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1356" r:id="rId2"/>
    <p:sldId id="2147481709" r:id="rId3"/>
    <p:sldId id="1353" r:id="rId4"/>
    <p:sldId id="1357" r:id="rId5"/>
    <p:sldId id="2147481710" r:id="rId6"/>
    <p:sldId id="1360" r:id="rId7"/>
    <p:sldId id="1366" r:id="rId8"/>
    <p:sldId id="1361" r:id="rId9"/>
    <p:sldId id="1362" r:id="rId10"/>
    <p:sldId id="2147481711" r:id="rId11"/>
    <p:sldId id="1351" r:id="rId12"/>
    <p:sldId id="1364" r:id="rId13"/>
    <p:sldId id="1354" r:id="rId14"/>
  </p:sldIdLst>
  <p:sldSz cx="12192000" cy="6858000"/>
  <p:notesSz cx="6858000" cy="9144000"/>
  <p:embeddedFontLst>
    <p:embeddedFont>
      <p:font typeface="Poppins" pitchFamily="2" charset="77"/>
      <p:regular r:id="rId16"/>
      <p:bold r:id="rId17"/>
      <p:italic r:id="rId18"/>
      <p:boldItalic r:id="rId19"/>
    </p:embeddedFont>
    <p:embeddedFont>
      <p:font typeface="Roboto Slab" pitchFamily="2" charset="0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  <a:srgbClr val="F2F2F2"/>
    <a:srgbClr val="F7F7F7"/>
    <a:srgbClr val="001E3F"/>
    <a:srgbClr val="E1F3FD"/>
    <a:srgbClr val="09131D"/>
    <a:srgbClr val="587B87"/>
    <a:srgbClr val="001F3F"/>
    <a:srgbClr val="1C3381"/>
    <a:srgbClr val="0304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51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6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04DF3A-0132-4104-943D-4F8CBB4A4F3A}" type="datetimeFigureOut">
              <a:rPr lang="en-IN" smtClean="0"/>
              <a:t>06/05/26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14C9CC-6D65-4AB1-BDA1-8BD6DEF20C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7988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82543-1419-FAE6-553A-B7CCFCE69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544E55-EF3B-CB2B-FE27-6C790AE52F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C7E1F7-DCDC-C15D-1658-90A128FEAD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93612D-353E-9665-DDA4-D6DB0DAFD1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D9B76-CDA5-4E30-8890-4B1448E7874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3118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1A6D0-4763-860E-2522-01CED637D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C9EFD3-DE9E-0C63-EA9D-B835C457B9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8AE492-BFDD-FAD1-F3AF-8D25B37D3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5A8B3-77AD-BF5E-CACB-AB06E7CFD1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D9B76-CDA5-4E30-8890-4B1448E78748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5551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11897-8BC6-4790-9AEE-8382E829BD46}" type="datetimeFigureOut">
              <a:rPr lang="en-IN" smtClean="0"/>
              <a:t>06/05/26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C0F12-AD74-495A-AFB9-86B59AC835BD}" type="slidenum">
              <a:rPr lang="en-IN" smtClean="0"/>
              <a:t>‹#›</a:t>
            </a:fld>
            <a:endParaRPr lang="en-IN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92307FC0-F10C-86FA-9D72-038E1DB17224}"/>
              </a:ext>
            </a:extLst>
          </p:cNvPr>
          <p:cNvSpPr txBox="1">
            <a:spLocks/>
          </p:cNvSpPr>
          <p:nvPr userDrawn="1"/>
        </p:nvSpPr>
        <p:spPr>
          <a:xfrm>
            <a:off x="4724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F1C0F12-AD74-495A-AFB9-86B59AC835BD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6C3E8C-8597-E652-4D30-900E859D8D25}"/>
              </a:ext>
            </a:extLst>
          </p:cNvPr>
          <p:cNvSpPr txBox="1"/>
          <p:nvPr userDrawn="1"/>
        </p:nvSpPr>
        <p:spPr>
          <a:xfrm>
            <a:off x="279400" y="6282262"/>
            <a:ext cx="29963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aseline="0" dirty="0">
                <a:latin typeface="Roboto Slab" pitchFamily="2" charset="0"/>
                <a:ea typeface="Roboto Slab" pitchFamily="2" charset="0"/>
              </a:rPr>
              <a:t>Certification Program in</a:t>
            </a:r>
          </a:p>
          <a:p>
            <a:r>
              <a:rPr lang="en-IN" sz="1400" baseline="0" dirty="0">
                <a:latin typeface="Roboto Slab" pitchFamily="2" charset="0"/>
                <a:ea typeface="Roboto Slab" pitchFamily="2" charset="0"/>
              </a:rPr>
              <a:t>Advanced Functional Leadership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21653B-F6C0-A8CD-24C2-EC14A4E2BB28}"/>
              </a:ext>
            </a:extLst>
          </p:cNvPr>
          <p:cNvSpPr txBox="1"/>
          <p:nvPr userDrawn="1"/>
        </p:nvSpPr>
        <p:spPr>
          <a:xfrm>
            <a:off x="8040501" y="6376827"/>
            <a:ext cx="37401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1200" dirty="0">
                <a:latin typeface="Roboto Slab" pitchFamily="2" charset="0"/>
                <a:ea typeface="Roboto Slab" pitchFamily="2" charset="0"/>
              </a:rPr>
              <a:t>REVA Academy for Corporate Excellence – RACE</a:t>
            </a:r>
          </a:p>
          <a:p>
            <a:pPr algn="r"/>
            <a:r>
              <a:rPr lang="en-IN" sz="1200" b="0" dirty="0">
                <a:latin typeface="Roboto Slab" pitchFamily="2" charset="0"/>
                <a:ea typeface="Roboto Slab" pitchFamily="2" charset="0"/>
              </a:rPr>
              <a:t>race.reva.edu.in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BB8DF0-BB8D-5C58-6B94-CFFC5A98E4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445"/>
          <a:stretch/>
        </p:blipFill>
        <p:spPr>
          <a:xfrm>
            <a:off x="9669523" y="119888"/>
            <a:ext cx="2173227" cy="616713"/>
          </a:xfrm>
          <a:prstGeom prst="rect">
            <a:avLst/>
          </a:prstGeom>
        </p:spPr>
      </p:pic>
      <p:pic>
        <p:nvPicPr>
          <p:cNvPr id="13" name="Picture 12" descr="A picture containing font, graphics, text, graphic design&#10;&#10;Description automatically generated">
            <a:extLst>
              <a:ext uri="{FF2B5EF4-FFF2-40B4-BE49-F238E27FC236}">
                <a16:creationId xmlns:a16="http://schemas.microsoft.com/office/drawing/2014/main" id="{2EC7FBA7-0748-E833-DF29-71DB0E6BF0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641" y="223828"/>
            <a:ext cx="1759386" cy="56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895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251" y="144993"/>
            <a:ext cx="6832600" cy="591608"/>
          </a:xfrm>
        </p:spPr>
        <p:txBody>
          <a:bodyPr>
            <a:normAutofit/>
          </a:bodyPr>
          <a:lstStyle>
            <a:lvl1pPr algn="l">
              <a:defRPr sz="2800"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>
            <a:lvl1pPr algn="ctr">
              <a:defRPr/>
            </a:lvl1pPr>
          </a:lstStyle>
          <a:p>
            <a:fld id="{2F1C0F12-AD74-495A-AFB9-86B59AC835BD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302683" y="846662"/>
            <a:ext cx="115400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445"/>
          <a:stretch/>
        </p:blipFill>
        <p:spPr>
          <a:xfrm>
            <a:off x="9757990" y="144993"/>
            <a:ext cx="2084760" cy="591608"/>
          </a:xfrm>
          <a:prstGeom prst="rect">
            <a:avLst/>
          </a:prstGeom>
        </p:spPr>
      </p:pic>
      <p:cxnSp>
        <p:nvCxnSpPr>
          <p:cNvPr id="10" name="Straight Connector 9"/>
          <p:cNvCxnSpPr/>
          <p:nvPr userDrawn="1"/>
        </p:nvCxnSpPr>
        <p:spPr>
          <a:xfrm>
            <a:off x="302683" y="6282262"/>
            <a:ext cx="115400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279400" y="6282262"/>
            <a:ext cx="27126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aseline="0" dirty="0">
                <a:latin typeface="Roboto Slab" pitchFamily="2" charset="0"/>
                <a:ea typeface="Roboto Slab" pitchFamily="2" charset="0"/>
              </a:rPr>
              <a:t>Certified Agentic AI Engineer 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8040501" y="6376827"/>
            <a:ext cx="37401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1200" dirty="0">
                <a:latin typeface="Roboto Slab" pitchFamily="2" charset="0"/>
                <a:ea typeface="Roboto Slab" pitchFamily="2" charset="0"/>
              </a:rPr>
              <a:t>REVA Academy for Corporate Excellence – RACE</a:t>
            </a:r>
          </a:p>
          <a:p>
            <a:pPr algn="r"/>
            <a:r>
              <a:rPr lang="en-IN" sz="1200" b="0" dirty="0">
                <a:latin typeface="Roboto Slab" pitchFamily="2" charset="0"/>
                <a:ea typeface="Roboto Slab" pitchFamily="2" charset="0"/>
              </a:rPr>
              <a:t>race.reva.edu.in</a:t>
            </a:r>
          </a:p>
        </p:txBody>
      </p:sp>
    </p:spTree>
    <p:extLst>
      <p:ext uri="{BB962C8B-B14F-4D97-AF65-F5344CB8AC3E}">
        <p14:creationId xmlns:p14="http://schemas.microsoft.com/office/powerpoint/2010/main" val="1163828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251" y="144993"/>
            <a:ext cx="6832600" cy="591608"/>
          </a:xfrm>
        </p:spPr>
        <p:txBody>
          <a:bodyPr>
            <a:normAutofit/>
          </a:bodyPr>
          <a:lstStyle>
            <a:lvl1pPr algn="l">
              <a:defRPr sz="2800"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302683" y="846662"/>
            <a:ext cx="115400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445"/>
          <a:stretch/>
        </p:blipFill>
        <p:spPr>
          <a:xfrm>
            <a:off x="9669523" y="119888"/>
            <a:ext cx="2173227" cy="61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119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D1502EE3-F572-5C2F-B6C0-6F76261D2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>
            <a:lvl1pPr algn="ctr">
              <a:defRPr/>
            </a:lvl1pPr>
          </a:lstStyle>
          <a:p>
            <a:fld id="{2F1C0F12-AD74-495A-AFB9-86B59AC835BD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1F1AB0-A609-54D4-51FF-4630A649AB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445"/>
          <a:stretch/>
        </p:blipFill>
        <p:spPr>
          <a:xfrm>
            <a:off x="9669523" y="119888"/>
            <a:ext cx="2173227" cy="61671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CDB3CE-27D1-840A-A889-BF695BF5E866}"/>
              </a:ext>
            </a:extLst>
          </p:cNvPr>
          <p:cNvCxnSpPr/>
          <p:nvPr userDrawn="1"/>
        </p:nvCxnSpPr>
        <p:spPr>
          <a:xfrm>
            <a:off x="302683" y="6282262"/>
            <a:ext cx="115400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86B7E8-E055-0A24-5BA4-C2EDCDC4EF18}"/>
              </a:ext>
            </a:extLst>
          </p:cNvPr>
          <p:cNvSpPr txBox="1"/>
          <p:nvPr userDrawn="1"/>
        </p:nvSpPr>
        <p:spPr>
          <a:xfrm>
            <a:off x="279400" y="6282262"/>
            <a:ext cx="22317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aseline="0" dirty="0">
                <a:latin typeface="Roboto Slab" pitchFamily="2" charset="0"/>
                <a:ea typeface="Roboto Slab" pitchFamily="2" charset="0"/>
              </a:rPr>
              <a:t>Certification Program in</a:t>
            </a:r>
          </a:p>
          <a:p>
            <a:r>
              <a:rPr lang="en-IN" sz="1400" b="1" baseline="0" dirty="0">
                <a:latin typeface="Roboto Slab" pitchFamily="2" charset="0"/>
                <a:ea typeface="Roboto Slab" pitchFamily="2" charset="0"/>
              </a:rPr>
              <a:t>Automotive Security</a:t>
            </a:r>
            <a:endParaRPr lang="en-IN" sz="1400" b="1" dirty="0"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63ED3A-3383-8FEA-96AB-BF912B2CAECD}"/>
              </a:ext>
            </a:extLst>
          </p:cNvPr>
          <p:cNvSpPr txBox="1"/>
          <p:nvPr userDrawn="1"/>
        </p:nvSpPr>
        <p:spPr>
          <a:xfrm>
            <a:off x="8040501" y="6376827"/>
            <a:ext cx="37401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1200" dirty="0">
                <a:latin typeface="Roboto Slab" pitchFamily="2" charset="0"/>
                <a:ea typeface="Roboto Slab" pitchFamily="2" charset="0"/>
              </a:rPr>
              <a:t>REVA Academy for Corporate Excellence – RACE</a:t>
            </a:r>
          </a:p>
          <a:p>
            <a:pPr algn="r"/>
            <a:r>
              <a:rPr lang="en-IN" sz="1200" b="0" dirty="0">
                <a:latin typeface="Roboto Slab" pitchFamily="2" charset="0"/>
                <a:ea typeface="Roboto Slab" pitchFamily="2" charset="0"/>
              </a:rPr>
              <a:t>race.reva.edu.in</a:t>
            </a:r>
          </a:p>
        </p:txBody>
      </p:sp>
    </p:spTree>
    <p:extLst>
      <p:ext uri="{BB962C8B-B14F-4D97-AF65-F5344CB8AC3E}">
        <p14:creationId xmlns:p14="http://schemas.microsoft.com/office/powerpoint/2010/main" val="1855237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11897-8BC6-4790-9AEE-8382E829BD46}" type="datetimeFigureOut">
              <a:rPr lang="en-IN" smtClean="0"/>
              <a:t>06/05/26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C0F12-AD74-495A-AFB9-86B59AC835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096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B3B89-574A-4E89-8D95-CCB59FD8C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3D1C1-2B7A-4448-B8C8-2161D0848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B7063-5C70-4D1C-A689-CC131E8EE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5C567-AFCF-4E1C-AA0E-C8D9AC99B565}" type="datetime1">
              <a:rPr lang="en-IN" smtClean="0"/>
              <a:t>06/05/26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0B255-3921-4D98-91CB-1A22DD6CB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528E2-88B2-4194-BA4E-A737B2055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C62B7-ECC3-4438-AA2E-388FD516924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6478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95" y="274638"/>
            <a:ext cx="7541669" cy="693375"/>
          </a:xfrm>
        </p:spPr>
        <p:txBody>
          <a:bodyPr>
            <a:normAutofit/>
          </a:bodyPr>
          <a:lstStyle>
            <a:lvl1pPr algn="l">
              <a:defRPr sz="3600">
                <a:latin typeface="+mj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25F5DDE-0B4D-D4BA-C013-FDB84BC7B2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26060"/>
          <a:stretch/>
        </p:blipFill>
        <p:spPr>
          <a:xfrm>
            <a:off x="9713906" y="263772"/>
            <a:ext cx="2081853" cy="593474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D5E1A02-4CED-AD06-ADD4-0523712293BA}"/>
              </a:ext>
            </a:extLst>
          </p:cNvPr>
          <p:cNvCxnSpPr>
            <a:cxnSpLocks/>
          </p:cNvCxnSpPr>
          <p:nvPr userDrawn="1"/>
        </p:nvCxnSpPr>
        <p:spPr>
          <a:xfrm>
            <a:off x="396240" y="968015"/>
            <a:ext cx="1139952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3AEC6A7-FFDB-A146-7421-F4D3B5C82006}"/>
              </a:ext>
            </a:extLst>
          </p:cNvPr>
          <p:cNvCxnSpPr>
            <a:cxnSpLocks/>
          </p:cNvCxnSpPr>
          <p:nvPr userDrawn="1"/>
        </p:nvCxnSpPr>
        <p:spPr>
          <a:xfrm>
            <a:off x="2619375" y="6324600"/>
            <a:ext cx="855035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4B637AB7-04C9-E097-CA72-CC51C7DBF8D6}"/>
              </a:ext>
            </a:extLst>
          </p:cNvPr>
          <p:cNvSpPr/>
          <p:nvPr/>
        </p:nvSpPr>
        <p:spPr>
          <a:xfrm>
            <a:off x="11174730" y="5599429"/>
            <a:ext cx="1017269" cy="1258570"/>
          </a:xfrm>
          <a:custGeom>
            <a:avLst/>
            <a:gdLst>
              <a:gd name="connsiteX0" fmla="*/ 0 w 1017269"/>
              <a:gd name="connsiteY0" fmla="*/ 1258570 h 1258570"/>
              <a:gd name="connsiteX1" fmla="*/ 1017270 w 1017269"/>
              <a:gd name="connsiteY1" fmla="*/ 1258570 h 1258570"/>
              <a:gd name="connsiteX2" fmla="*/ 1017270 w 1017269"/>
              <a:gd name="connsiteY2" fmla="*/ 0 h 1258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7269" h="1258570">
                <a:moveTo>
                  <a:pt x="0" y="1258570"/>
                </a:moveTo>
                <a:lnTo>
                  <a:pt x="1017270" y="1258570"/>
                </a:lnTo>
                <a:lnTo>
                  <a:pt x="1017270" y="0"/>
                </a:lnTo>
              </a:path>
            </a:pathLst>
          </a:custGeom>
          <a:solidFill>
            <a:srgbClr val="57556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3353072E-5929-E2DE-CFB3-434C6FCD4ADD}"/>
              </a:ext>
            </a:extLst>
          </p:cNvPr>
          <p:cNvSpPr/>
          <p:nvPr/>
        </p:nvSpPr>
        <p:spPr>
          <a:xfrm>
            <a:off x="11340465" y="6007735"/>
            <a:ext cx="617219" cy="617219"/>
          </a:xfrm>
          <a:custGeom>
            <a:avLst/>
            <a:gdLst>
              <a:gd name="connsiteX0" fmla="*/ 617220 w 617219"/>
              <a:gd name="connsiteY0" fmla="*/ 308610 h 617219"/>
              <a:gd name="connsiteX1" fmla="*/ 308610 w 617219"/>
              <a:gd name="connsiteY1" fmla="*/ 617220 h 617219"/>
              <a:gd name="connsiteX2" fmla="*/ 0 w 617219"/>
              <a:gd name="connsiteY2" fmla="*/ 308610 h 617219"/>
              <a:gd name="connsiteX3" fmla="*/ 308610 w 617219"/>
              <a:gd name="connsiteY3" fmla="*/ 1 h 617219"/>
              <a:gd name="connsiteX4" fmla="*/ 617220 w 617219"/>
              <a:gd name="connsiteY4" fmla="*/ 308610 h 617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19" h="617219">
                <a:moveTo>
                  <a:pt x="617220" y="308610"/>
                </a:moveTo>
                <a:cubicBezTo>
                  <a:pt x="617220" y="479051"/>
                  <a:pt x="479051" y="617220"/>
                  <a:pt x="308610" y="617220"/>
                </a:cubicBezTo>
                <a:cubicBezTo>
                  <a:pt x="138169" y="617220"/>
                  <a:pt x="0" y="479051"/>
                  <a:pt x="0" y="308610"/>
                </a:cubicBezTo>
                <a:cubicBezTo>
                  <a:pt x="0" y="138170"/>
                  <a:pt x="138169" y="1"/>
                  <a:pt x="308610" y="1"/>
                </a:cubicBezTo>
                <a:cubicBezTo>
                  <a:pt x="479051" y="1"/>
                  <a:pt x="617220" y="138170"/>
                  <a:pt x="617220" y="308610"/>
                </a:cubicBezTo>
                <a:close/>
              </a:path>
            </a:pathLst>
          </a:custGeom>
          <a:solidFill>
            <a:srgbClr val="F2812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F5123AF-1AFF-ACAA-6F14-A3DAD4E4A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152" y="6007734"/>
            <a:ext cx="596293" cy="617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fld id="{F728AED9-0C48-4188-A606-9E40331E64B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5">
            <a:extLst>
              <a:ext uri="{FF2B5EF4-FFF2-40B4-BE49-F238E27FC236}">
                <a16:creationId xmlns:a16="http://schemas.microsoft.com/office/drawing/2014/main" id="{6E6FBDFD-B809-2AE5-91F8-9E181E3981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/>
              <a:t>Certification Program in</a:t>
            </a:r>
          </a:p>
          <a:p>
            <a:r>
              <a:rPr lang="en-IN" sz="1400" dirty="0"/>
              <a:t>Advanced Functional Leadership</a:t>
            </a:r>
          </a:p>
        </p:txBody>
      </p:sp>
    </p:spTree>
    <p:extLst>
      <p:ext uri="{BB962C8B-B14F-4D97-AF65-F5344CB8AC3E}">
        <p14:creationId xmlns:p14="http://schemas.microsoft.com/office/powerpoint/2010/main" val="2265465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386667" y="379812"/>
            <a:ext cx="8382000" cy="670055"/>
          </a:xfrm>
        </p:spPr>
        <p:txBody>
          <a:bodyPr>
            <a:normAutofit/>
          </a:bodyPr>
          <a:lstStyle>
            <a:lvl1pPr algn="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08916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ver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964650B-7C7F-A784-5C0A-0A3515F4D695}"/>
              </a:ext>
            </a:extLst>
          </p:cNvPr>
          <p:cNvSpPr/>
          <p:nvPr userDrawn="1"/>
        </p:nvSpPr>
        <p:spPr>
          <a:xfrm>
            <a:off x="0" y="3243"/>
            <a:ext cx="12192000" cy="6854757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grpSp>
        <p:nvGrpSpPr>
          <p:cNvPr id="16" name="Graphic 5">
            <a:extLst>
              <a:ext uri="{FF2B5EF4-FFF2-40B4-BE49-F238E27FC236}">
                <a16:creationId xmlns:a16="http://schemas.microsoft.com/office/drawing/2014/main" id="{4F80ECA3-8A2B-866A-2C72-4653F1744D9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511820" y="468688"/>
            <a:ext cx="2262122" cy="630000"/>
            <a:chOff x="1355725" y="1600200"/>
            <a:chExt cx="9480550" cy="2640329"/>
          </a:xfrm>
          <a:solidFill>
            <a:schemeClr val="tx1"/>
          </a:solidFill>
        </p:grpSpPr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84C3FA07-AB54-073F-958B-870DD1CF1EDE}"/>
                </a:ext>
              </a:extLst>
            </p:cNvPr>
            <p:cNvSpPr/>
            <p:nvPr/>
          </p:nvSpPr>
          <p:spPr>
            <a:xfrm>
              <a:off x="7805419" y="3861434"/>
              <a:ext cx="2991485" cy="379095"/>
            </a:xfrm>
            <a:custGeom>
              <a:avLst/>
              <a:gdLst>
                <a:gd name="connsiteX0" fmla="*/ 1812290 w 2991485"/>
                <a:gd name="connsiteY0" fmla="*/ 266065 h 379095"/>
                <a:gd name="connsiteX1" fmla="*/ 1787525 w 2991485"/>
                <a:gd name="connsiteY1" fmla="*/ 291465 h 379095"/>
                <a:gd name="connsiteX2" fmla="*/ 1752600 w 2991485"/>
                <a:gd name="connsiteY2" fmla="*/ 300355 h 379095"/>
                <a:gd name="connsiteX3" fmla="*/ 1700530 w 2991485"/>
                <a:gd name="connsiteY3" fmla="*/ 278765 h 379095"/>
                <a:gd name="connsiteX4" fmla="*/ 1681480 w 2991485"/>
                <a:gd name="connsiteY4" fmla="*/ 212090 h 379095"/>
                <a:gd name="connsiteX5" fmla="*/ 1681480 w 2991485"/>
                <a:gd name="connsiteY5" fmla="*/ 120650 h 379095"/>
                <a:gd name="connsiteX6" fmla="*/ 1657986 w 2991485"/>
                <a:gd name="connsiteY6" fmla="*/ 115570 h 379095"/>
                <a:gd name="connsiteX7" fmla="*/ 1657986 w 2991485"/>
                <a:gd name="connsiteY7" fmla="*/ 91440 h 379095"/>
                <a:gd name="connsiteX8" fmla="*/ 1681480 w 2991485"/>
                <a:gd name="connsiteY8" fmla="*/ 91440 h 379095"/>
                <a:gd name="connsiteX9" fmla="*/ 1718946 w 2991485"/>
                <a:gd name="connsiteY9" fmla="*/ 91440 h 379095"/>
                <a:gd name="connsiteX10" fmla="*/ 1718946 w 2991485"/>
                <a:gd name="connsiteY10" fmla="*/ 212725 h 379095"/>
                <a:gd name="connsiteX11" fmla="*/ 1728471 w 2991485"/>
                <a:gd name="connsiteY11" fmla="*/ 257810 h 379095"/>
                <a:gd name="connsiteX12" fmla="*/ 1758315 w 2991485"/>
                <a:gd name="connsiteY12" fmla="*/ 269875 h 379095"/>
                <a:gd name="connsiteX13" fmla="*/ 1791336 w 2991485"/>
                <a:gd name="connsiteY13" fmla="*/ 261620 h 379095"/>
                <a:gd name="connsiteX14" fmla="*/ 1811021 w 2991485"/>
                <a:gd name="connsiteY14" fmla="*/ 238760 h 379095"/>
                <a:gd name="connsiteX15" fmla="*/ 1811021 w 2991485"/>
                <a:gd name="connsiteY15" fmla="*/ 120650 h 379095"/>
                <a:gd name="connsiteX16" fmla="*/ 1783715 w 2991485"/>
                <a:gd name="connsiteY16" fmla="*/ 115570 h 379095"/>
                <a:gd name="connsiteX17" fmla="*/ 1783715 w 2991485"/>
                <a:gd name="connsiteY17" fmla="*/ 91440 h 379095"/>
                <a:gd name="connsiteX18" fmla="*/ 1811021 w 2991485"/>
                <a:gd name="connsiteY18" fmla="*/ 91440 h 379095"/>
                <a:gd name="connsiteX19" fmla="*/ 1848486 w 2991485"/>
                <a:gd name="connsiteY19" fmla="*/ 91440 h 379095"/>
                <a:gd name="connsiteX20" fmla="*/ 1848486 w 2991485"/>
                <a:gd name="connsiteY20" fmla="*/ 267335 h 379095"/>
                <a:gd name="connsiteX21" fmla="*/ 1871980 w 2991485"/>
                <a:gd name="connsiteY21" fmla="*/ 272415 h 379095"/>
                <a:gd name="connsiteX22" fmla="*/ 1871980 w 2991485"/>
                <a:gd name="connsiteY22" fmla="*/ 296545 h 379095"/>
                <a:gd name="connsiteX23" fmla="*/ 1814830 w 2991485"/>
                <a:gd name="connsiteY23" fmla="*/ 296545 h 379095"/>
                <a:gd name="connsiteX24" fmla="*/ 1812290 w 2991485"/>
                <a:gd name="connsiteY24" fmla="*/ 266065 h 379095"/>
                <a:gd name="connsiteX25" fmla="*/ 1505586 w 2991485"/>
                <a:gd name="connsiteY25" fmla="*/ 115570 h 379095"/>
                <a:gd name="connsiteX26" fmla="*/ 1505586 w 2991485"/>
                <a:gd name="connsiteY26" fmla="*/ 91440 h 379095"/>
                <a:gd name="connsiteX27" fmla="*/ 1569721 w 2991485"/>
                <a:gd name="connsiteY27" fmla="*/ 91440 h 379095"/>
                <a:gd name="connsiteX28" fmla="*/ 1573530 w 2991485"/>
                <a:gd name="connsiteY28" fmla="*/ 121285 h 379095"/>
                <a:gd name="connsiteX29" fmla="*/ 1595121 w 2991485"/>
                <a:gd name="connsiteY29" fmla="*/ 96520 h 379095"/>
                <a:gd name="connsiteX30" fmla="*/ 1624330 w 2991485"/>
                <a:gd name="connsiteY30" fmla="*/ 87630 h 379095"/>
                <a:gd name="connsiteX31" fmla="*/ 1633221 w 2991485"/>
                <a:gd name="connsiteY31" fmla="*/ 88265 h 379095"/>
                <a:gd name="connsiteX32" fmla="*/ 1640205 w 2991485"/>
                <a:gd name="connsiteY32" fmla="*/ 89535 h 379095"/>
                <a:gd name="connsiteX33" fmla="*/ 1635125 w 2991485"/>
                <a:gd name="connsiteY33" fmla="*/ 124460 h 379095"/>
                <a:gd name="connsiteX34" fmla="*/ 1614171 w 2991485"/>
                <a:gd name="connsiteY34" fmla="*/ 123190 h 379095"/>
                <a:gd name="connsiteX35" fmla="*/ 1589405 w 2991485"/>
                <a:gd name="connsiteY35" fmla="*/ 130175 h 379095"/>
                <a:gd name="connsiteX36" fmla="*/ 1573530 w 2991485"/>
                <a:gd name="connsiteY36" fmla="*/ 149860 h 379095"/>
                <a:gd name="connsiteX37" fmla="*/ 1573530 w 2991485"/>
                <a:gd name="connsiteY37" fmla="*/ 267335 h 379095"/>
                <a:gd name="connsiteX38" fmla="*/ 1604646 w 2991485"/>
                <a:gd name="connsiteY38" fmla="*/ 272415 h 379095"/>
                <a:gd name="connsiteX39" fmla="*/ 1604646 w 2991485"/>
                <a:gd name="connsiteY39" fmla="*/ 296545 h 379095"/>
                <a:gd name="connsiteX40" fmla="*/ 1505586 w 2991485"/>
                <a:gd name="connsiteY40" fmla="*/ 296545 h 379095"/>
                <a:gd name="connsiteX41" fmla="*/ 1505586 w 2991485"/>
                <a:gd name="connsiteY41" fmla="*/ 272415 h 379095"/>
                <a:gd name="connsiteX42" fmla="*/ 1536700 w 2991485"/>
                <a:gd name="connsiteY42" fmla="*/ 267335 h 379095"/>
                <a:gd name="connsiteX43" fmla="*/ 1536700 w 2991485"/>
                <a:gd name="connsiteY43" fmla="*/ 120650 h 379095"/>
                <a:gd name="connsiteX44" fmla="*/ 1505586 w 2991485"/>
                <a:gd name="connsiteY44" fmla="*/ 115570 h 379095"/>
                <a:gd name="connsiteX45" fmla="*/ 1416686 w 2991485"/>
                <a:gd name="connsiteY45" fmla="*/ 266065 h 379095"/>
                <a:gd name="connsiteX46" fmla="*/ 1391921 w 2991485"/>
                <a:gd name="connsiteY46" fmla="*/ 291465 h 379095"/>
                <a:gd name="connsiteX47" fmla="*/ 1356996 w 2991485"/>
                <a:gd name="connsiteY47" fmla="*/ 300355 h 379095"/>
                <a:gd name="connsiteX48" fmla="*/ 1304925 w 2991485"/>
                <a:gd name="connsiteY48" fmla="*/ 278765 h 379095"/>
                <a:gd name="connsiteX49" fmla="*/ 1285875 w 2991485"/>
                <a:gd name="connsiteY49" fmla="*/ 212090 h 379095"/>
                <a:gd name="connsiteX50" fmla="*/ 1285875 w 2991485"/>
                <a:gd name="connsiteY50" fmla="*/ 120650 h 379095"/>
                <a:gd name="connsiteX51" fmla="*/ 1262380 w 2991485"/>
                <a:gd name="connsiteY51" fmla="*/ 115570 h 379095"/>
                <a:gd name="connsiteX52" fmla="*/ 1262380 w 2991485"/>
                <a:gd name="connsiteY52" fmla="*/ 91440 h 379095"/>
                <a:gd name="connsiteX53" fmla="*/ 1285875 w 2991485"/>
                <a:gd name="connsiteY53" fmla="*/ 91440 h 379095"/>
                <a:gd name="connsiteX54" fmla="*/ 1323340 w 2991485"/>
                <a:gd name="connsiteY54" fmla="*/ 91440 h 379095"/>
                <a:gd name="connsiteX55" fmla="*/ 1323340 w 2991485"/>
                <a:gd name="connsiteY55" fmla="*/ 212725 h 379095"/>
                <a:gd name="connsiteX56" fmla="*/ 1332865 w 2991485"/>
                <a:gd name="connsiteY56" fmla="*/ 257810 h 379095"/>
                <a:gd name="connsiteX57" fmla="*/ 1362711 w 2991485"/>
                <a:gd name="connsiteY57" fmla="*/ 269875 h 379095"/>
                <a:gd name="connsiteX58" fmla="*/ 1395730 w 2991485"/>
                <a:gd name="connsiteY58" fmla="*/ 261620 h 379095"/>
                <a:gd name="connsiteX59" fmla="*/ 1415415 w 2991485"/>
                <a:gd name="connsiteY59" fmla="*/ 238760 h 379095"/>
                <a:gd name="connsiteX60" fmla="*/ 1415415 w 2991485"/>
                <a:gd name="connsiteY60" fmla="*/ 120650 h 379095"/>
                <a:gd name="connsiteX61" fmla="*/ 1388111 w 2991485"/>
                <a:gd name="connsiteY61" fmla="*/ 115570 h 379095"/>
                <a:gd name="connsiteX62" fmla="*/ 1388111 w 2991485"/>
                <a:gd name="connsiteY62" fmla="*/ 91440 h 379095"/>
                <a:gd name="connsiteX63" fmla="*/ 1415415 w 2991485"/>
                <a:gd name="connsiteY63" fmla="*/ 91440 h 379095"/>
                <a:gd name="connsiteX64" fmla="*/ 1452880 w 2991485"/>
                <a:gd name="connsiteY64" fmla="*/ 91440 h 379095"/>
                <a:gd name="connsiteX65" fmla="*/ 1452880 w 2991485"/>
                <a:gd name="connsiteY65" fmla="*/ 267335 h 379095"/>
                <a:gd name="connsiteX66" fmla="*/ 1476375 w 2991485"/>
                <a:gd name="connsiteY66" fmla="*/ 272415 h 379095"/>
                <a:gd name="connsiteX67" fmla="*/ 1476375 w 2991485"/>
                <a:gd name="connsiteY67" fmla="*/ 296545 h 379095"/>
                <a:gd name="connsiteX68" fmla="*/ 1419225 w 2991485"/>
                <a:gd name="connsiteY68" fmla="*/ 296545 h 379095"/>
                <a:gd name="connsiteX69" fmla="*/ 1416686 w 2991485"/>
                <a:gd name="connsiteY69" fmla="*/ 266065 h 379095"/>
                <a:gd name="connsiteX70" fmla="*/ 1142365 w 2991485"/>
                <a:gd name="connsiteY70" fmla="*/ 24765 h 379095"/>
                <a:gd name="connsiteX71" fmla="*/ 1142365 w 2991485"/>
                <a:gd name="connsiteY71" fmla="*/ 635 h 379095"/>
                <a:gd name="connsiteX72" fmla="*/ 1210311 w 2991485"/>
                <a:gd name="connsiteY72" fmla="*/ 635 h 379095"/>
                <a:gd name="connsiteX73" fmla="*/ 1210311 w 2991485"/>
                <a:gd name="connsiteY73" fmla="*/ 266700 h 379095"/>
                <a:gd name="connsiteX74" fmla="*/ 1241425 w 2991485"/>
                <a:gd name="connsiteY74" fmla="*/ 271780 h 379095"/>
                <a:gd name="connsiteX75" fmla="*/ 1241425 w 2991485"/>
                <a:gd name="connsiteY75" fmla="*/ 295910 h 379095"/>
                <a:gd name="connsiteX76" fmla="*/ 1142365 w 2991485"/>
                <a:gd name="connsiteY76" fmla="*/ 295910 h 379095"/>
                <a:gd name="connsiteX77" fmla="*/ 1142365 w 2991485"/>
                <a:gd name="connsiteY77" fmla="*/ 272415 h 379095"/>
                <a:gd name="connsiteX78" fmla="*/ 1173480 w 2991485"/>
                <a:gd name="connsiteY78" fmla="*/ 267335 h 379095"/>
                <a:gd name="connsiteX79" fmla="*/ 1173480 w 2991485"/>
                <a:gd name="connsiteY79" fmla="*/ 30480 h 379095"/>
                <a:gd name="connsiteX80" fmla="*/ 1142365 w 2991485"/>
                <a:gd name="connsiteY80" fmla="*/ 24765 h 379095"/>
                <a:gd name="connsiteX81" fmla="*/ 1007745 w 2991485"/>
                <a:gd name="connsiteY81" fmla="*/ 269240 h 379095"/>
                <a:gd name="connsiteX82" fmla="*/ 1041400 w 2991485"/>
                <a:gd name="connsiteY82" fmla="*/ 260350 h 379095"/>
                <a:gd name="connsiteX83" fmla="*/ 1063625 w 2991485"/>
                <a:gd name="connsiteY83" fmla="*/ 238760 h 379095"/>
                <a:gd name="connsiteX84" fmla="*/ 1063625 w 2991485"/>
                <a:gd name="connsiteY84" fmla="*/ 205105 h 379095"/>
                <a:gd name="connsiteX85" fmla="*/ 1023620 w 2991485"/>
                <a:gd name="connsiteY85" fmla="*/ 205105 h 379095"/>
                <a:gd name="connsiteX86" fmla="*/ 987425 w 2991485"/>
                <a:gd name="connsiteY86" fmla="*/ 215900 h 379095"/>
                <a:gd name="connsiteX87" fmla="*/ 974090 w 2991485"/>
                <a:gd name="connsiteY87" fmla="*/ 241935 h 379095"/>
                <a:gd name="connsiteX88" fmla="*/ 982345 w 2991485"/>
                <a:gd name="connsiteY88" fmla="*/ 262255 h 379095"/>
                <a:gd name="connsiteX89" fmla="*/ 1007745 w 2991485"/>
                <a:gd name="connsiteY89" fmla="*/ 269240 h 379095"/>
                <a:gd name="connsiteX90" fmla="*/ 1067436 w 2991485"/>
                <a:gd name="connsiteY90" fmla="*/ 296545 h 379095"/>
                <a:gd name="connsiteX91" fmla="*/ 1064896 w 2991485"/>
                <a:gd name="connsiteY91" fmla="*/ 281305 h 379095"/>
                <a:gd name="connsiteX92" fmla="*/ 1063625 w 2991485"/>
                <a:gd name="connsiteY92" fmla="*/ 267970 h 379095"/>
                <a:gd name="connsiteX93" fmla="*/ 1036320 w 2991485"/>
                <a:gd name="connsiteY93" fmla="*/ 290830 h 379095"/>
                <a:gd name="connsiteX94" fmla="*/ 1002030 w 2991485"/>
                <a:gd name="connsiteY94" fmla="*/ 300355 h 379095"/>
                <a:gd name="connsiteX95" fmla="*/ 953136 w 2991485"/>
                <a:gd name="connsiteY95" fmla="*/ 284480 h 379095"/>
                <a:gd name="connsiteX96" fmla="*/ 936625 w 2991485"/>
                <a:gd name="connsiteY96" fmla="*/ 240665 h 379095"/>
                <a:gd name="connsiteX97" fmla="*/ 960120 w 2991485"/>
                <a:gd name="connsiteY97" fmla="*/ 195580 h 379095"/>
                <a:gd name="connsiteX98" fmla="*/ 1024890 w 2991485"/>
                <a:gd name="connsiteY98" fmla="*/ 179705 h 379095"/>
                <a:gd name="connsiteX99" fmla="*/ 1063625 w 2991485"/>
                <a:gd name="connsiteY99" fmla="*/ 179705 h 379095"/>
                <a:gd name="connsiteX100" fmla="*/ 1063625 w 2991485"/>
                <a:gd name="connsiteY100" fmla="*/ 155575 h 379095"/>
                <a:gd name="connsiteX101" fmla="*/ 1052196 w 2991485"/>
                <a:gd name="connsiteY101" fmla="*/ 127000 h 379095"/>
                <a:gd name="connsiteX102" fmla="*/ 1020445 w 2991485"/>
                <a:gd name="connsiteY102" fmla="*/ 116840 h 379095"/>
                <a:gd name="connsiteX103" fmla="*/ 995680 w 2991485"/>
                <a:gd name="connsiteY103" fmla="*/ 120650 h 379095"/>
                <a:gd name="connsiteX104" fmla="*/ 978536 w 2991485"/>
                <a:gd name="connsiteY104" fmla="*/ 130810 h 379095"/>
                <a:gd name="connsiteX105" fmla="*/ 974725 w 2991485"/>
                <a:gd name="connsiteY105" fmla="*/ 152400 h 379095"/>
                <a:gd name="connsiteX106" fmla="*/ 946150 w 2991485"/>
                <a:gd name="connsiteY106" fmla="*/ 152400 h 379095"/>
                <a:gd name="connsiteX107" fmla="*/ 946150 w 2991485"/>
                <a:gd name="connsiteY107" fmla="*/ 112395 h 379095"/>
                <a:gd name="connsiteX108" fmla="*/ 979805 w 2991485"/>
                <a:gd name="connsiteY108" fmla="*/ 94615 h 379095"/>
                <a:gd name="connsiteX109" fmla="*/ 1022986 w 2991485"/>
                <a:gd name="connsiteY109" fmla="*/ 87630 h 379095"/>
                <a:gd name="connsiteX110" fmla="*/ 1079500 w 2991485"/>
                <a:gd name="connsiteY110" fmla="*/ 105410 h 379095"/>
                <a:gd name="connsiteX111" fmla="*/ 1101090 w 2991485"/>
                <a:gd name="connsiteY111" fmla="*/ 156210 h 379095"/>
                <a:gd name="connsiteX112" fmla="*/ 1101090 w 2991485"/>
                <a:gd name="connsiteY112" fmla="*/ 254635 h 379095"/>
                <a:gd name="connsiteX113" fmla="*/ 1101090 w 2991485"/>
                <a:gd name="connsiteY113" fmla="*/ 262255 h 379095"/>
                <a:gd name="connsiteX114" fmla="*/ 1101725 w 2991485"/>
                <a:gd name="connsiteY114" fmla="*/ 269875 h 379095"/>
                <a:gd name="connsiteX115" fmla="*/ 1116965 w 2991485"/>
                <a:gd name="connsiteY115" fmla="*/ 271780 h 379095"/>
                <a:gd name="connsiteX116" fmla="*/ 1116965 w 2991485"/>
                <a:gd name="connsiteY116" fmla="*/ 295910 h 379095"/>
                <a:gd name="connsiteX117" fmla="*/ 1067436 w 2991485"/>
                <a:gd name="connsiteY117" fmla="*/ 295910 h 379095"/>
                <a:gd name="connsiteX118" fmla="*/ 751840 w 2991485"/>
                <a:gd name="connsiteY118" fmla="*/ 201930 h 379095"/>
                <a:gd name="connsiteX119" fmla="*/ 765175 w 2991485"/>
                <a:gd name="connsiteY119" fmla="*/ 251460 h 379095"/>
                <a:gd name="connsiteX120" fmla="*/ 805180 w 2991485"/>
                <a:gd name="connsiteY120" fmla="*/ 270510 h 379095"/>
                <a:gd name="connsiteX121" fmla="*/ 833120 w 2991485"/>
                <a:gd name="connsiteY121" fmla="*/ 262890 h 379095"/>
                <a:gd name="connsiteX122" fmla="*/ 852170 w 2991485"/>
                <a:gd name="connsiteY122" fmla="*/ 241300 h 379095"/>
                <a:gd name="connsiteX123" fmla="*/ 852170 w 2991485"/>
                <a:gd name="connsiteY123" fmla="*/ 146685 h 379095"/>
                <a:gd name="connsiteX124" fmla="*/ 833120 w 2991485"/>
                <a:gd name="connsiteY124" fmla="*/ 125730 h 379095"/>
                <a:gd name="connsiteX125" fmla="*/ 805180 w 2991485"/>
                <a:gd name="connsiteY125" fmla="*/ 118110 h 379095"/>
                <a:gd name="connsiteX126" fmla="*/ 765175 w 2991485"/>
                <a:gd name="connsiteY126" fmla="*/ 140335 h 379095"/>
                <a:gd name="connsiteX127" fmla="*/ 751840 w 2991485"/>
                <a:gd name="connsiteY127" fmla="*/ 197485 h 379095"/>
                <a:gd name="connsiteX128" fmla="*/ 751840 w 2991485"/>
                <a:gd name="connsiteY128" fmla="*/ 201930 h 379095"/>
                <a:gd name="connsiteX129" fmla="*/ 714375 w 2991485"/>
                <a:gd name="connsiteY129" fmla="*/ 197485 h 379095"/>
                <a:gd name="connsiteX130" fmla="*/ 735965 w 2991485"/>
                <a:gd name="connsiteY130" fmla="*/ 117475 h 379095"/>
                <a:gd name="connsiteX131" fmla="*/ 795655 w 2991485"/>
                <a:gd name="connsiteY131" fmla="*/ 86995 h 379095"/>
                <a:gd name="connsiteX132" fmla="*/ 829311 w 2991485"/>
                <a:gd name="connsiteY132" fmla="*/ 94615 h 379095"/>
                <a:gd name="connsiteX133" fmla="*/ 854075 w 2991485"/>
                <a:gd name="connsiteY133" fmla="*/ 116840 h 379095"/>
                <a:gd name="connsiteX134" fmla="*/ 857250 w 2991485"/>
                <a:gd name="connsiteY134" fmla="*/ 90805 h 379095"/>
                <a:gd name="connsiteX135" fmla="*/ 888365 w 2991485"/>
                <a:gd name="connsiteY135" fmla="*/ 90805 h 379095"/>
                <a:gd name="connsiteX136" fmla="*/ 888365 w 2991485"/>
                <a:gd name="connsiteY136" fmla="*/ 293370 h 379095"/>
                <a:gd name="connsiteX137" fmla="*/ 866140 w 2991485"/>
                <a:gd name="connsiteY137" fmla="*/ 356235 h 379095"/>
                <a:gd name="connsiteX138" fmla="*/ 803275 w 2991485"/>
                <a:gd name="connsiteY138" fmla="*/ 379095 h 379095"/>
                <a:gd name="connsiteX139" fmla="*/ 770890 w 2991485"/>
                <a:gd name="connsiteY139" fmla="*/ 375285 h 379095"/>
                <a:gd name="connsiteX140" fmla="*/ 740411 w 2991485"/>
                <a:gd name="connsiteY140" fmla="*/ 364490 h 379095"/>
                <a:gd name="connsiteX141" fmla="*/ 749936 w 2991485"/>
                <a:gd name="connsiteY141" fmla="*/ 335280 h 379095"/>
                <a:gd name="connsiteX142" fmla="*/ 774700 w 2991485"/>
                <a:gd name="connsiteY142" fmla="*/ 344170 h 379095"/>
                <a:gd name="connsiteX143" fmla="*/ 802640 w 2991485"/>
                <a:gd name="connsiteY143" fmla="*/ 347980 h 379095"/>
                <a:gd name="connsiteX144" fmla="*/ 839470 w 2991485"/>
                <a:gd name="connsiteY144" fmla="*/ 334010 h 379095"/>
                <a:gd name="connsiteX145" fmla="*/ 850900 w 2991485"/>
                <a:gd name="connsiteY145" fmla="*/ 294005 h 379095"/>
                <a:gd name="connsiteX146" fmla="*/ 850900 w 2991485"/>
                <a:gd name="connsiteY146" fmla="*/ 274320 h 379095"/>
                <a:gd name="connsiteX147" fmla="*/ 826770 w 2991485"/>
                <a:gd name="connsiteY147" fmla="*/ 294005 h 379095"/>
                <a:gd name="connsiteX148" fmla="*/ 794386 w 2991485"/>
                <a:gd name="connsiteY148" fmla="*/ 300355 h 379095"/>
                <a:gd name="connsiteX149" fmla="*/ 735330 w 2991485"/>
                <a:gd name="connsiteY149" fmla="*/ 273050 h 379095"/>
                <a:gd name="connsiteX150" fmla="*/ 713740 w 2991485"/>
                <a:gd name="connsiteY150" fmla="*/ 201295 h 379095"/>
                <a:gd name="connsiteX151" fmla="*/ 713740 w 2991485"/>
                <a:gd name="connsiteY151" fmla="*/ 197485 h 379095"/>
                <a:gd name="connsiteX152" fmla="*/ 461011 w 2991485"/>
                <a:gd name="connsiteY152" fmla="*/ 272415 h 379095"/>
                <a:gd name="connsiteX153" fmla="*/ 492125 w 2991485"/>
                <a:gd name="connsiteY153" fmla="*/ 267335 h 379095"/>
                <a:gd name="connsiteX154" fmla="*/ 492125 w 2991485"/>
                <a:gd name="connsiteY154" fmla="*/ 120650 h 379095"/>
                <a:gd name="connsiteX155" fmla="*/ 461011 w 2991485"/>
                <a:gd name="connsiteY155" fmla="*/ 115570 h 379095"/>
                <a:gd name="connsiteX156" fmla="*/ 461011 w 2991485"/>
                <a:gd name="connsiteY156" fmla="*/ 91440 h 379095"/>
                <a:gd name="connsiteX157" fmla="*/ 525145 w 2991485"/>
                <a:gd name="connsiteY157" fmla="*/ 91440 h 379095"/>
                <a:gd name="connsiteX158" fmla="*/ 527686 w 2991485"/>
                <a:gd name="connsiteY158" fmla="*/ 121920 h 379095"/>
                <a:gd name="connsiteX159" fmla="*/ 553086 w 2991485"/>
                <a:gd name="connsiteY159" fmla="*/ 96520 h 379095"/>
                <a:gd name="connsiteX160" fmla="*/ 588011 w 2991485"/>
                <a:gd name="connsiteY160" fmla="*/ 87630 h 379095"/>
                <a:gd name="connsiteX161" fmla="*/ 639445 w 2991485"/>
                <a:gd name="connsiteY161" fmla="*/ 107315 h 379095"/>
                <a:gd name="connsiteX162" fmla="*/ 657861 w 2991485"/>
                <a:gd name="connsiteY162" fmla="*/ 167005 h 379095"/>
                <a:gd name="connsiteX163" fmla="*/ 657861 w 2991485"/>
                <a:gd name="connsiteY163" fmla="*/ 267335 h 379095"/>
                <a:gd name="connsiteX164" fmla="*/ 688975 w 2991485"/>
                <a:gd name="connsiteY164" fmla="*/ 272415 h 379095"/>
                <a:gd name="connsiteX165" fmla="*/ 688975 w 2991485"/>
                <a:gd name="connsiteY165" fmla="*/ 296545 h 379095"/>
                <a:gd name="connsiteX166" fmla="*/ 589915 w 2991485"/>
                <a:gd name="connsiteY166" fmla="*/ 296545 h 379095"/>
                <a:gd name="connsiteX167" fmla="*/ 589915 w 2991485"/>
                <a:gd name="connsiteY167" fmla="*/ 272415 h 379095"/>
                <a:gd name="connsiteX168" fmla="*/ 621030 w 2991485"/>
                <a:gd name="connsiteY168" fmla="*/ 267335 h 379095"/>
                <a:gd name="connsiteX169" fmla="*/ 621030 w 2991485"/>
                <a:gd name="connsiteY169" fmla="*/ 167640 h 379095"/>
                <a:gd name="connsiteX170" fmla="*/ 610236 w 2991485"/>
                <a:gd name="connsiteY170" fmla="*/ 128905 h 379095"/>
                <a:gd name="connsiteX171" fmla="*/ 577850 w 2991485"/>
                <a:gd name="connsiteY171" fmla="*/ 117475 h 379095"/>
                <a:gd name="connsiteX172" fmla="*/ 549275 w 2991485"/>
                <a:gd name="connsiteY172" fmla="*/ 125095 h 379095"/>
                <a:gd name="connsiteX173" fmla="*/ 529590 w 2991485"/>
                <a:gd name="connsiteY173" fmla="*/ 146050 h 379095"/>
                <a:gd name="connsiteX174" fmla="*/ 529590 w 2991485"/>
                <a:gd name="connsiteY174" fmla="*/ 266700 h 379095"/>
                <a:gd name="connsiteX175" fmla="*/ 560705 w 2991485"/>
                <a:gd name="connsiteY175" fmla="*/ 271780 h 379095"/>
                <a:gd name="connsiteX176" fmla="*/ 560705 w 2991485"/>
                <a:gd name="connsiteY176" fmla="*/ 295910 h 379095"/>
                <a:gd name="connsiteX177" fmla="*/ 461645 w 2991485"/>
                <a:gd name="connsiteY177" fmla="*/ 295910 h 379095"/>
                <a:gd name="connsiteX178" fmla="*/ 461645 w 2991485"/>
                <a:gd name="connsiteY178" fmla="*/ 272415 h 379095"/>
                <a:gd name="connsiteX179" fmla="*/ 345440 w 2991485"/>
                <a:gd name="connsiteY179" fmla="*/ 116840 h 379095"/>
                <a:gd name="connsiteX180" fmla="*/ 313690 w 2991485"/>
                <a:gd name="connsiteY180" fmla="*/ 132715 h 379095"/>
                <a:gd name="connsiteX181" fmla="*/ 297180 w 2991485"/>
                <a:gd name="connsiteY181" fmla="*/ 172720 h 379095"/>
                <a:gd name="connsiteX182" fmla="*/ 297815 w 2991485"/>
                <a:gd name="connsiteY182" fmla="*/ 173990 h 379095"/>
                <a:gd name="connsiteX183" fmla="*/ 392430 w 2991485"/>
                <a:gd name="connsiteY183" fmla="*/ 173990 h 379095"/>
                <a:gd name="connsiteX184" fmla="*/ 392430 w 2991485"/>
                <a:gd name="connsiteY184" fmla="*/ 168910 h 379095"/>
                <a:gd name="connsiteX185" fmla="*/ 380365 w 2991485"/>
                <a:gd name="connsiteY185" fmla="*/ 132080 h 379095"/>
                <a:gd name="connsiteX186" fmla="*/ 345440 w 2991485"/>
                <a:gd name="connsiteY186" fmla="*/ 116840 h 379095"/>
                <a:gd name="connsiteX187" fmla="*/ 351155 w 2991485"/>
                <a:gd name="connsiteY187" fmla="*/ 300355 h 379095"/>
                <a:gd name="connsiteX188" fmla="*/ 283211 w 2991485"/>
                <a:gd name="connsiteY188" fmla="*/ 271780 h 379095"/>
                <a:gd name="connsiteX189" fmla="*/ 257811 w 2991485"/>
                <a:gd name="connsiteY189" fmla="*/ 198120 h 379095"/>
                <a:gd name="connsiteX190" fmla="*/ 257811 w 2991485"/>
                <a:gd name="connsiteY190" fmla="*/ 189865 h 379095"/>
                <a:gd name="connsiteX191" fmla="*/ 283845 w 2991485"/>
                <a:gd name="connsiteY191" fmla="*/ 116840 h 379095"/>
                <a:gd name="connsiteX192" fmla="*/ 345440 w 2991485"/>
                <a:gd name="connsiteY192" fmla="*/ 87630 h 379095"/>
                <a:gd name="connsiteX193" fmla="*/ 408305 w 2991485"/>
                <a:gd name="connsiteY193" fmla="*/ 112395 h 379095"/>
                <a:gd name="connsiteX194" fmla="*/ 429895 w 2991485"/>
                <a:gd name="connsiteY194" fmla="*/ 179070 h 379095"/>
                <a:gd name="connsiteX195" fmla="*/ 429895 w 2991485"/>
                <a:gd name="connsiteY195" fmla="*/ 202565 h 379095"/>
                <a:gd name="connsiteX196" fmla="*/ 297180 w 2991485"/>
                <a:gd name="connsiteY196" fmla="*/ 202565 h 379095"/>
                <a:gd name="connsiteX197" fmla="*/ 296545 w 2991485"/>
                <a:gd name="connsiteY197" fmla="*/ 203200 h 379095"/>
                <a:gd name="connsiteX198" fmla="*/ 311786 w 2991485"/>
                <a:gd name="connsiteY198" fmla="*/ 252095 h 379095"/>
                <a:gd name="connsiteX199" fmla="*/ 352425 w 2991485"/>
                <a:gd name="connsiteY199" fmla="*/ 271145 h 379095"/>
                <a:gd name="connsiteX200" fmla="*/ 385445 w 2991485"/>
                <a:gd name="connsiteY200" fmla="*/ 266065 h 379095"/>
                <a:gd name="connsiteX201" fmla="*/ 410211 w 2991485"/>
                <a:gd name="connsiteY201" fmla="*/ 251460 h 379095"/>
                <a:gd name="connsiteX202" fmla="*/ 424815 w 2991485"/>
                <a:gd name="connsiteY202" fmla="*/ 275590 h 379095"/>
                <a:gd name="connsiteX203" fmla="*/ 395605 w 2991485"/>
                <a:gd name="connsiteY203" fmla="*/ 293370 h 379095"/>
                <a:gd name="connsiteX204" fmla="*/ 351155 w 2991485"/>
                <a:gd name="connsiteY204" fmla="*/ 300355 h 379095"/>
                <a:gd name="connsiteX205" fmla="*/ 2881630 w 2991485"/>
                <a:gd name="connsiteY205" fmla="*/ 269240 h 379095"/>
                <a:gd name="connsiteX206" fmla="*/ 2915286 w 2991485"/>
                <a:gd name="connsiteY206" fmla="*/ 260350 h 379095"/>
                <a:gd name="connsiteX207" fmla="*/ 2937511 w 2991485"/>
                <a:gd name="connsiteY207" fmla="*/ 238760 h 379095"/>
                <a:gd name="connsiteX208" fmla="*/ 2937511 w 2991485"/>
                <a:gd name="connsiteY208" fmla="*/ 205105 h 379095"/>
                <a:gd name="connsiteX209" fmla="*/ 2897505 w 2991485"/>
                <a:gd name="connsiteY209" fmla="*/ 205105 h 379095"/>
                <a:gd name="connsiteX210" fmla="*/ 2861311 w 2991485"/>
                <a:gd name="connsiteY210" fmla="*/ 215900 h 379095"/>
                <a:gd name="connsiteX211" fmla="*/ 2847975 w 2991485"/>
                <a:gd name="connsiteY211" fmla="*/ 241935 h 379095"/>
                <a:gd name="connsiteX212" fmla="*/ 2856230 w 2991485"/>
                <a:gd name="connsiteY212" fmla="*/ 262255 h 379095"/>
                <a:gd name="connsiteX213" fmla="*/ 2881630 w 2991485"/>
                <a:gd name="connsiteY213" fmla="*/ 269240 h 379095"/>
                <a:gd name="connsiteX214" fmla="*/ 2941955 w 2991485"/>
                <a:gd name="connsiteY214" fmla="*/ 296545 h 379095"/>
                <a:gd name="connsiteX215" fmla="*/ 2939415 w 2991485"/>
                <a:gd name="connsiteY215" fmla="*/ 281305 h 379095"/>
                <a:gd name="connsiteX216" fmla="*/ 2938146 w 2991485"/>
                <a:gd name="connsiteY216" fmla="*/ 267970 h 379095"/>
                <a:gd name="connsiteX217" fmla="*/ 2910840 w 2991485"/>
                <a:gd name="connsiteY217" fmla="*/ 290830 h 379095"/>
                <a:gd name="connsiteX218" fmla="*/ 2876550 w 2991485"/>
                <a:gd name="connsiteY218" fmla="*/ 300355 h 379095"/>
                <a:gd name="connsiteX219" fmla="*/ 2827655 w 2991485"/>
                <a:gd name="connsiteY219" fmla="*/ 284480 h 379095"/>
                <a:gd name="connsiteX220" fmla="*/ 2811146 w 2991485"/>
                <a:gd name="connsiteY220" fmla="*/ 240665 h 379095"/>
                <a:gd name="connsiteX221" fmla="*/ 2834640 w 2991485"/>
                <a:gd name="connsiteY221" fmla="*/ 195580 h 379095"/>
                <a:gd name="connsiteX222" fmla="*/ 2899411 w 2991485"/>
                <a:gd name="connsiteY222" fmla="*/ 179705 h 379095"/>
                <a:gd name="connsiteX223" fmla="*/ 2938146 w 2991485"/>
                <a:gd name="connsiteY223" fmla="*/ 179705 h 379095"/>
                <a:gd name="connsiteX224" fmla="*/ 2938146 w 2991485"/>
                <a:gd name="connsiteY224" fmla="*/ 155575 h 379095"/>
                <a:gd name="connsiteX225" fmla="*/ 2926715 w 2991485"/>
                <a:gd name="connsiteY225" fmla="*/ 127000 h 379095"/>
                <a:gd name="connsiteX226" fmla="*/ 2894965 w 2991485"/>
                <a:gd name="connsiteY226" fmla="*/ 116840 h 379095"/>
                <a:gd name="connsiteX227" fmla="*/ 2870200 w 2991485"/>
                <a:gd name="connsiteY227" fmla="*/ 120650 h 379095"/>
                <a:gd name="connsiteX228" fmla="*/ 2853055 w 2991485"/>
                <a:gd name="connsiteY228" fmla="*/ 130810 h 379095"/>
                <a:gd name="connsiteX229" fmla="*/ 2849246 w 2991485"/>
                <a:gd name="connsiteY229" fmla="*/ 152400 h 379095"/>
                <a:gd name="connsiteX230" fmla="*/ 2820671 w 2991485"/>
                <a:gd name="connsiteY230" fmla="*/ 152400 h 379095"/>
                <a:gd name="connsiteX231" fmla="*/ 2820671 w 2991485"/>
                <a:gd name="connsiteY231" fmla="*/ 112395 h 379095"/>
                <a:gd name="connsiteX232" fmla="*/ 2854325 w 2991485"/>
                <a:gd name="connsiteY232" fmla="*/ 94615 h 379095"/>
                <a:gd name="connsiteX233" fmla="*/ 2897505 w 2991485"/>
                <a:gd name="connsiteY233" fmla="*/ 87630 h 379095"/>
                <a:gd name="connsiteX234" fmla="*/ 2954021 w 2991485"/>
                <a:gd name="connsiteY234" fmla="*/ 105410 h 379095"/>
                <a:gd name="connsiteX235" fmla="*/ 2975611 w 2991485"/>
                <a:gd name="connsiteY235" fmla="*/ 156210 h 379095"/>
                <a:gd name="connsiteX236" fmla="*/ 2975611 w 2991485"/>
                <a:gd name="connsiteY236" fmla="*/ 254635 h 379095"/>
                <a:gd name="connsiteX237" fmla="*/ 2975611 w 2991485"/>
                <a:gd name="connsiteY237" fmla="*/ 262255 h 379095"/>
                <a:gd name="connsiteX238" fmla="*/ 2976246 w 2991485"/>
                <a:gd name="connsiteY238" fmla="*/ 269875 h 379095"/>
                <a:gd name="connsiteX239" fmla="*/ 2991486 w 2991485"/>
                <a:gd name="connsiteY239" fmla="*/ 271780 h 379095"/>
                <a:gd name="connsiteX240" fmla="*/ 2991486 w 2991485"/>
                <a:gd name="connsiteY240" fmla="*/ 295910 h 379095"/>
                <a:gd name="connsiteX241" fmla="*/ 2941955 w 2991485"/>
                <a:gd name="connsiteY241" fmla="*/ 295910 h 379095"/>
                <a:gd name="connsiteX242" fmla="*/ 2748915 w 2991485"/>
                <a:gd name="connsiteY242" fmla="*/ 38735 h 379095"/>
                <a:gd name="connsiteX243" fmla="*/ 2711450 w 2991485"/>
                <a:gd name="connsiteY243" fmla="*/ 38735 h 379095"/>
                <a:gd name="connsiteX244" fmla="*/ 2711450 w 2991485"/>
                <a:gd name="connsiteY244" fmla="*/ 635 h 379095"/>
                <a:gd name="connsiteX245" fmla="*/ 2748915 w 2991485"/>
                <a:gd name="connsiteY245" fmla="*/ 635 h 379095"/>
                <a:gd name="connsiteX246" fmla="*/ 2748915 w 2991485"/>
                <a:gd name="connsiteY246" fmla="*/ 38735 h 379095"/>
                <a:gd name="connsiteX247" fmla="*/ 2680971 w 2991485"/>
                <a:gd name="connsiteY247" fmla="*/ 272415 h 379095"/>
                <a:gd name="connsiteX248" fmla="*/ 2712086 w 2991485"/>
                <a:gd name="connsiteY248" fmla="*/ 267335 h 379095"/>
                <a:gd name="connsiteX249" fmla="*/ 2712086 w 2991485"/>
                <a:gd name="connsiteY249" fmla="*/ 120650 h 379095"/>
                <a:gd name="connsiteX250" fmla="*/ 2680971 w 2991485"/>
                <a:gd name="connsiteY250" fmla="*/ 115570 h 379095"/>
                <a:gd name="connsiteX251" fmla="*/ 2680971 w 2991485"/>
                <a:gd name="connsiteY251" fmla="*/ 91440 h 379095"/>
                <a:gd name="connsiteX252" fmla="*/ 2748915 w 2991485"/>
                <a:gd name="connsiteY252" fmla="*/ 91440 h 379095"/>
                <a:gd name="connsiteX253" fmla="*/ 2748915 w 2991485"/>
                <a:gd name="connsiteY253" fmla="*/ 267335 h 379095"/>
                <a:gd name="connsiteX254" fmla="*/ 2780030 w 2991485"/>
                <a:gd name="connsiteY254" fmla="*/ 272415 h 379095"/>
                <a:gd name="connsiteX255" fmla="*/ 2780030 w 2991485"/>
                <a:gd name="connsiteY255" fmla="*/ 296545 h 379095"/>
                <a:gd name="connsiteX256" fmla="*/ 2680971 w 2991485"/>
                <a:gd name="connsiteY256" fmla="*/ 296545 h 379095"/>
                <a:gd name="connsiteX257" fmla="*/ 2680971 w 2991485"/>
                <a:gd name="connsiteY257" fmla="*/ 272415 h 379095"/>
                <a:gd name="connsiteX258" fmla="*/ 2485390 w 2991485"/>
                <a:gd name="connsiteY258" fmla="*/ 201930 h 379095"/>
                <a:gd name="connsiteX259" fmla="*/ 2498090 w 2991485"/>
                <a:gd name="connsiteY259" fmla="*/ 251460 h 379095"/>
                <a:gd name="connsiteX260" fmla="*/ 2537461 w 2991485"/>
                <a:gd name="connsiteY260" fmla="*/ 270510 h 379095"/>
                <a:gd name="connsiteX261" fmla="*/ 2565400 w 2991485"/>
                <a:gd name="connsiteY261" fmla="*/ 262890 h 379095"/>
                <a:gd name="connsiteX262" fmla="*/ 2584450 w 2991485"/>
                <a:gd name="connsiteY262" fmla="*/ 241300 h 379095"/>
                <a:gd name="connsiteX263" fmla="*/ 2584450 w 2991485"/>
                <a:gd name="connsiteY263" fmla="*/ 146050 h 379095"/>
                <a:gd name="connsiteX264" fmla="*/ 2565400 w 2991485"/>
                <a:gd name="connsiteY264" fmla="*/ 125730 h 379095"/>
                <a:gd name="connsiteX265" fmla="*/ 2537461 w 2991485"/>
                <a:gd name="connsiteY265" fmla="*/ 118110 h 379095"/>
                <a:gd name="connsiteX266" fmla="*/ 2498090 w 2991485"/>
                <a:gd name="connsiteY266" fmla="*/ 140335 h 379095"/>
                <a:gd name="connsiteX267" fmla="*/ 2485390 w 2991485"/>
                <a:gd name="connsiteY267" fmla="*/ 198120 h 379095"/>
                <a:gd name="connsiteX268" fmla="*/ 2485390 w 2991485"/>
                <a:gd name="connsiteY268" fmla="*/ 201930 h 379095"/>
                <a:gd name="connsiteX269" fmla="*/ 2585721 w 2991485"/>
                <a:gd name="connsiteY269" fmla="*/ 271780 h 379095"/>
                <a:gd name="connsiteX270" fmla="*/ 2560955 w 2991485"/>
                <a:gd name="connsiteY270" fmla="*/ 292735 h 379095"/>
                <a:gd name="connsiteX271" fmla="*/ 2527300 w 2991485"/>
                <a:gd name="connsiteY271" fmla="*/ 299720 h 379095"/>
                <a:gd name="connsiteX272" fmla="*/ 2468880 w 2991485"/>
                <a:gd name="connsiteY272" fmla="*/ 272415 h 379095"/>
                <a:gd name="connsiteX273" fmla="*/ 2447925 w 2991485"/>
                <a:gd name="connsiteY273" fmla="*/ 200660 h 379095"/>
                <a:gd name="connsiteX274" fmla="*/ 2447925 w 2991485"/>
                <a:gd name="connsiteY274" fmla="*/ 196850 h 379095"/>
                <a:gd name="connsiteX275" fmla="*/ 2468880 w 2991485"/>
                <a:gd name="connsiteY275" fmla="*/ 116840 h 379095"/>
                <a:gd name="connsiteX276" fmla="*/ 2527936 w 2991485"/>
                <a:gd name="connsiteY276" fmla="*/ 86360 h 379095"/>
                <a:gd name="connsiteX277" fmla="*/ 2560321 w 2991485"/>
                <a:gd name="connsiteY277" fmla="*/ 93345 h 379095"/>
                <a:gd name="connsiteX278" fmla="*/ 2583815 w 2991485"/>
                <a:gd name="connsiteY278" fmla="*/ 113030 h 379095"/>
                <a:gd name="connsiteX279" fmla="*/ 2583815 w 2991485"/>
                <a:gd name="connsiteY279" fmla="*/ 29210 h 379095"/>
                <a:gd name="connsiteX280" fmla="*/ 2552700 w 2991485"/>
                <a:gd name="connsiteY280" fmla="*/ 24130 h 379095"/>
                <a:gd name="connsiteX281" fmla="*/ 2552700 w 2991485"/>
                <a:gd name="connsiteY281" fmla="*/ 0 h 379095"/>
                <a:gd name="connsiteX282" fmla="*/ 2583815 w 2991485"/>
                <a:gd name="connsiteY282" fmla="*/ 0 h 379095"/>
                <a:gd name="connsiteX283" fmla="*/ 2621280 w 2991485"/>
                <a:gd name="connsiteY283" fmla="*/ 0 h 379095"/>
                <a:gd name="connsiteX284" fmla="*/ 2621280 w 2991485"/>
                <a:gd name="connsiteY284" fmla="*/ 266065 h 379095"/>
                <a:gd name="connsiteX285" fmla="*/ 2652396 w 2991485"/>
                <a:gd name="connsiteY285" fmla="*/ 271145 h 379095"/>
                <a:gd name="connsiteX286" fmla="*/ 2652396 w 2991485"/>
                <a:gd name="connsiteY286" fmla="*/ 295275 h 379095"/>
                <a:gd name="connsiteX287" fmla="*/ 2588896 w 2991485"/>
                <a:gd name="connsiteY287" fmla="*/ 295275 h 379095"/>
                <a:gd name="connsiteX288" fmla="*/ 2585721 w 2991485"/>
                <a:gd name="connsiteY288" fmla="*/ 271780 h 379095"/>
                <a:gd name="connsiteX289" fmla="*/ 2194561 w 2991485"/>
                <a:gd name="connsiteY289" fmla="*/ 272415 h 379095"/>
                <a:gd name="connsiteX290" fmla="*/ 2225675 w 2991485"/>
                <a:gd name="connsiteY290" fmla="*/ 267335 h 379095"/>
                <a:gd name="connsiteX291" fmla="*/ 2225675 w 2991485"/>
                <a:gd name="connsiteY291" fmla="*/ 120650 h 379095"/>
                <a:gd name="connsiteX292" fmla="*/ 2194561 w 2991485"/>
                <a:gd name="connsiteY292" fmla="*/ 115570 h 379095"/>
                <a:gd name="connsiteX293" fmla="*/ 2194561 w 2991485"/>
                <a:gd name="connsiteY293" fmla="*/ 91440 h 379095"/>
                <a:gd name="connsiteX294" fmla="*/ 2258696 w 2991485"/>
                <a:gd name="connsiteY294" fmla="*/ 91440 h 379095"/>
                <a:gd name="connsiteX295" fmla="*/ 2261236 w 2991485"/>
                <a:gd name="connsiteY295" fmla="*/ 121920 h 379095"/>
                <a:gd name="connsiteX296" fmla="*/ 2286636 w 2991485"/>
                <a:gd name="connsiteY296" fmla="*/ 96520 h 379095"/>
                <a:gd name="connsiteX297" fmla="*/ 2321561 w 2991485"/>
                <a:gd name="connsiteY297" fmla="*/ 87630 h 379095"/>
                <a:gd name="connsiteX298" fmla="*/ 2372996 w 2991485"/>
                <a:gd name="connsiteY298" fmla="*/ 107315 h 379095"/>
                <a:gd name="connsiteX299" fmla="*/ 2391411 w 2991485"/>
                <a:gd name="connsiteY299" fmla="*/ 167005 h 379095"/>
                <a:gd name="connsiteX300" fmla="*/ 2391411 w 2991485"/>
                <a:gd name="connsiteY300" fmla="*/ 267335 h 379095"/>
                <a:gd name="connsiteX301" fmla="*/ 2422525 w 2991485"/>
                <a:gd name="connsiteY301" fmla="*/ 272415 h 379095"/>
                <a:gd name="connsiteX302" fmla="*/ 2422525 w 2991485"/>
                <a:gd name="connsiteY302" fmla="*/ 296545 h 379095"/>
                <a:gd name="connsiteX303" fmla="*/ 2323465 w 2991485"/>
                <a:gd name="connsiteY303" fmla="*/ 296545 h 379095"/>
                <a:gd name="connsiteX304" fmla="*/ 2323465 w 2991485"/>
                <a:gd name="connsiteY304" fmla="*/ 272415 h 379095"/>
                <a:gd name="connsiteX305" fmla="*/ 2354580 w 2991485"/>
                <a:gd name="connsiteY305" fmla="*/ 267335 h 379095"/>
                <a:gd name="connsiteX306" fmla="*/ 2354580 w 2991485"/>
                <a:gd name="connsiteY306" fmla="*/ 167640 h 379095"/>
                <a:gd name="connsiteX307" fmla="*/ 2343786 w 2991485"/>
                <a:gd name="connsiteY307" fmla="*/ 128905 h 379095"/>
                <a:gd name="connsiteX308" fmla="*/ 2311400 w 2991485"/>
                <a:gd name="connsiteY308" fmla="*/ 117475 h 379095"/>
                <a:gd name="connsiteX309" fmla="*/ 2282825 w 2991485"/>
                <a:gd name="connsiteY309" fmla="*/ 125095 h 379095"/>
                <a:gd name="connsiteX310" fmla="*/ 2263140 w 2991485"/>
                <a:gd name="connsiteY310" fmla="*/ 146050 h 379095"/>
                <a:gd name="connsiteX311" fmla="*/ 2263140 w 2991485"/>
                <a:gd name="connsiteY311" fmla="*/ 266700 h 379095"/>
                <a:gd name="connsiteX312" fmla="*/ 2294255 w 2991485"/>
                <a:gd name="connsiteY312" fmla="*/ 271780 h 379095"/>
                <a:gd name="connsiteX313" fmla="*/ 2294255 w 2991485"/>
                <a:gd name="connsiteY313" fmla="*/ 295910 h 379095"/>
                <a:gd name="connsiteX314" fmla="*/ 2195196 w 2991485"/>
                <a:gd name="connsiteY314" fmla="*/ 295910 h 379095"/>
                <a:gd name="connsiteX315" fmla="*/ 2195196 w 2991485"/>
                <a:gd name="connsiteY315" fmla="*/ 272415 h 379095"/>
                <a:gd name="connsiteX316" fmla="*/ 2071371 w 2991485"/>
                <a:gd name="connsiteY316" fmla="*/ 44450 h 379095"/>
                <a:gd name="connsiteX317" fmla="*/ 2071371 w 2991485"/>
                <a:gd name="connsiteY317" fmla="*/ 20320 h 379095"/>
                <a:gd name="connsiteX318" fmla="*/ 2170430 w 2991485"/>
                <a:gd name="connsiteY318" fmla="*/ 20320 h 379095"/>
                <a:gd name="connsiteX319" fmla="*/ 2170430 w 2991485"/>
                <a:gd name="connsiteY319" fmla="*/ 44450 h 379095"/>
                <a:gd name="connsiteX320" fmla="*/ 2139315 w 2991485"/>
                <a:gd name="connsiteY320" fmla="*/ 49530 h 379095"/>
                <a:gd name="connsiteX321" fmla="*/ 2139315 w 2991485"/>
                <a:gd name="connsiteY321" fmla="*/ 266700 h 379095"/>
                <a:gd name="connsiteX322" fmla="*/ 2170430 w 2991485"/>
                <a:gd name="connsiteY322" fmla="*/ 271780 h 379095"/>
                <a:gd name="connsiteX323" fmla="*/ 2170430 w 2991485"/>
                <a:gd name="connsiteY323" fmla="*/ 295910 h 379095"/>
                <a:gd name="connsiteX324" fmla="*/ 2071371 w 2991485"/>
                <a:gd name="connsiteY324" fmla="*/ 295910 h 379095"/>
                <a:gd name="connsiteX325" fmla="*/ 2071371 w 2991485"/>
                <a:gd name="connsiteY325" fmla="*/ 272415 h 379095"/>
                <a:gd name="connsiteX326" fmla="*/ 2102486 w 2991485"/>
                <a:gd name="connsiteY326" fmla="*/ 267335 h 379095"/>
                <a:gd name="connsiteX327" fmla="*/ 2102486 w 2991485"/>
                <a:gd name="connsiteY327" fmla="*/ 50165 h 379095"/>
                <a:gd name="connsiteX328" fmla="*/ 2071371 w 2991485"/>
                <a:gd name="connsiteY328" fmla="*/ 44450 h 379095"/>
                <a:gd name="connsiteX329" fmla="*/ 1944371 w 2991485"/>
                <a:gd name="connsiteY329" fmla="*/ 282575 h 379095"/>
                <a:gd name="connsiteX330" fmla="*/ 1934846 w 2991485"/>
                <a:gd name="connsiteY330" fmla="*/ 321310 h 379095"/>
                <a:gd name="connsiteX331" fmla="*/ 1910080 w 2991485"/>
                <a:gd name="connsiteY331" fmla="*/ 354965 h 379095"/>
                <a:gd name="connsiteX332" fmla="*/ 1889125 w 2991485"/>
                <a:gd name="connsiteY332" fmla="*/ 340995 h 379095"/>
                <a:gd name="connsiteX333" fmla="*/ 1902461 w 2991485"/>
                <a:gd name="connsiteY333" fmla="*/ 313055 h 379095"/>
                <a:gd name="connsiteX334" fmla="*/ 1906905 w 2991485"/>
                <a:gd name="connsiteY334" fmla="*/ 283210 h 379095"/>
                <a:gd name="connsiteX335" fmla="*/ 1906905 w 2991485"/>
                <a:gd name="connsiteY335" fmla="*/ 254635 h 379095"/>
                <a:gd name="connsiteX336" fmla="*/ 1944371 w 2991485"/>
                <a:gd name="connsiteY336" fmla="*/ 254635 h 379095"/>
                <a:gd name="connsiteX337" fmla="*/ 1944371 w 2991485"/>
                <a:gd name="connsiteY337" fmla="*/ 282575 h 379095"/>
                <a:gd name="connsiteX338" fmla="*/ 67945 w 2991485"/>
                <a:gd name="connsiteY338" fmla="*/ 137795 h 379095"/>
                <a:gd name="connsiteX339" fmla="*/ 130175 w 2991485"/>
                <a:gd name="connsiteY339" fmla="*/ 137795 h 379095"/>
                <a:gd name="connsiteX340" fmla="*/ 162561 w 2991485"/>
                <a:gd name="connsiteY340" fmla="*/ 125730 h 379095"/>
                <a:gd name="connsiteX341" fmla="*/ 175261 w 2991485"/>
                <a:gd name="connsiteY341" fmla="*/ 93980 h 379095"/>
                <a:gd name="connsiteX342" fmla="*/ 161290 w 2991485"/>
                <a:gd name="connsiteY342" fmla="*/ 60325 h 379095"/>
                <a:gd name="connsiteX343" fmla="*/ 120650 w 2991485"/>
                <a:gd name="connsiteY343" fmla="*/ 49530 h 379095"/>
                <a:gd name="connsiteX344" fmla="*/ 67945 w 2991485"/>
                <a:gd name="connsiteY344" fmla="*/ 49530 h 379095"/>
                <a:gd name="connsiteX345" fmla="*/ 67945 w 2991485"/>
                <a:gd name="connsiteY345" fmla="*/ 137795 h 379095"/>
                <a:gd name="connsiteX346" fmla="*/ 67945 w 2991485"/>
                <a:gd name="connsiteY346" fmla="*/ 167005 h 379095"/>
                <a:gd name="connsiteX347" fmla="*/ 67945 w 2991485"/>
                <a:gd name="connsiteY347" fmla="*/ 267335 h 379095"/>
                <a:gd name="connsiteX348" fmla="*/ 132080 w 2991485"/>
                <a:gd name="connsiteY348" fmla="*/ 267335 h 379095"/>
                <a:gd name="connsiteX349" fmla="*/ 172086 w 2991485"/>
                <a:gd name="connsiteY349" fmla="*/ 254635 h 379095"/>
                <a:gd name="connsiteX350" fmla="*/ 186055 w 2991485"/>
                <a:gd name="connsiteY350" fmla="*/ 219075 h 379095"/>
                <a:gd name="connsiteX351" fmla="*/ 173990 w 2991485"/>
                <a:gd name="connsiteY351" fmla="*/ 180975 h 379095"/>
                <a:gd name="connsiteX352" fmla="*/ 137795 w 2991485"/>
                <a:gd name="connsiteY352" fmla="*/ 167005 h 379095"/>
                <a:gd name="connsiteX353" fmla="*/ 67945 w 2991485"/>
                <a:gd name="connsiteY353" fmla="*/ 167005 h 379095"/>
                <a:gd name="connsiteX354" fmla="*/ 120650 w 2991485"/>
                <a:gd name="connsiteY354" fmla="*/ 20320 h 379095"/>
                <a:gd name="connsiteX355" fmla="*/ 187961 w 2991485"/>
                <a:gd name="connsiteY355" fmla="*/ 38735 h 379095"/>
                <a:gd name="connsiteX356" fmla="*/ 212090 w 2991485"/>
                <a:gd name="connsiteY356" fmla="*/ 94615 h 379095"/>
                <a:gd name="connsiteX357" fmla="*/ 200661 w 2991485"/>
                <a:gd name="connsiteY357" fmla="*/ 127635 h 379095"/>
                <a:gd name="connsiteX358" fmla="*/ 170180 w 2991485"/>
                <a:gd name="connsiteY358" fmla="*/ 149225 h 379095"/>
                <a:gd name="connsiteX359" fmla="*/ 209550 w 2991485"/>
                <a:gd name="connsiteY359" fmla="*/ 173355 h 379095"/>
                <a:gd name="connsiteX360" fmla="*/ 224155 w 2991485"/>
                <a:gd name="connsiteY360" fmla="*/ 217805 h 379095"/>
                <a:gd name="connsiteX361" fmla="*/ 199390 w 2991485"/>
                <a:gd name="connsiteY361" fmla="*/ 275590 h 379095"/>
                <a:gd name="connsiteX362" fmla="*/ 132715 w 2991485"/>
                <a:gd name="connsiteY362" fmla="*/ 295275 h 379095"/>
                <a:gd name="connsiteX363" fmla="*/ 0 w 2991485"/>
                <a:gd name="connsiteY363" fmla="*/ 295275 h 379095"/>
                <a:gd name="connsiteX364" fmla="*/ 0 w 2991485"/>
                <a:gd name="connsiteY364" fmla="*/ 272415 h 379095"/>
                <a:gd name="connsiteX365" fmla="*/ 31115 w 2991485"/>
                <a:gd name="connsiteY365" fmla="*/ 267335 h 379095"/>
                <a:gd name="connsiteX366" fmla="*/ 31115 w 2991485"/>
                <a:gd name="connsiteY366" fmla="*/ 50165 h 379095"/>
                <a:gd name="connsiteX367" fmla="*/ 0 w 2991485"/>
                <a:gd name="connsiteY367" fmla="*/ 45085 h 379095"/>
                <a:gd name="connsiteX368" fmla="*/ 0 w 2991485"/>
                <a:gd name="connsiteY368" fmla="*/ 20955 h 379095"/>
                <a:gd name="connsiteX369" fmla="*/ 31115 w 2991485"/>
                <a:gd name="connsiteY369" fmla="*/ 20955 h 379095"/>
                <a:gd name="connsiteX370" fmla="*/ 120650 w 2991485"/>
                <a:gd name="connsiteY370" fmla="*/ 20955 h 379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</a:cxnLst>
              <a:rect l="l" t="t" r="r" b="b"/>
              <a:pathLst>
                <a:path w="2991485" h="379095">
                  <a:moveTo>
                    <a:pt x="1812290" y="266065"/>
                  </a:moveTo>
                  <a:cubicBezTo>
                    <a:pt x="1805940" y="276860"/>
                    <a:pt x="1797686" y="285750"/>
                    <a:pt x="1787525" y="291465"/>
                  </a:cubicBezTo>
                  <a:cubicBezTo>
                    <a:pt x="1777365" y="297180"/>
                    <a:pt x="1765936" y="300355"/>
                    <a:pt x="1752600" y="300355"/>
                  </a:cubicBezTo>
                  <a:cubicBezTo>
                    <a:pt x="1730375" y="300355"/>
                    <a:pt x="1713230" y="293370"/>
                    <a:pt x="1700530" y="278765"/>
                  </a:cubicBezTo>
                  <a:cubicBezTo>
                    <a:pt x="1687830" y="264795"/>
                    <a:pt x="1681480" y="242570"/>
                    <a:pt x="1681480" y="212090"/>
                  </a:cubicBezTo>
                  <a:lnTo>
                    <a:pt x="1681480" y="120650"/>
                  </a:lnTo>
                  <a:lnTo>
                    <a:pt x="1657986" y="115570"/>
                  </a:lnTo>
                  <a:lnTo>
                    <a:pt x="1657986" y="91440"/>
                  </a:lnTo>
                  <a:lnTo>
                    <a:pt x="1681480" y="91440"/>
                  </a:lnTo>
                  <a:lnTo>
                    <a:pt x="1718946" y="91440"/>
                  </a:lnTo>
                  <a:lnTo>
                    <a:pt x="1718946" y="212725"/>
                  </a:lnTo>
                  <a:cubicBezTo>
                    <a:pt x="1718946" y="234315"/>
                    <a:pt x="1722121" y="249555"/>
                    <a:pt x="1728471" y="257810"/>
                  </a:cubicBezTo>
                  <a:cubicBezTo>
                    <a:pt x="1734821" y="266065"/>
                    <a:pt x="1744980" y="269875"/>
                    <a:pt x="1758315" y="269875"/>
                  </a:cubicBezTo>
                  <a:cubicBezTo>
                    <a:pt x="1771650" y="269875"/>
                    <a:pt x="1782446" y="267335"/>
                    <a:pt x="1791336" y="261620"/>
                  </a:cubicBezTo>
                  <a:cubicBezTo>
                    <a:pt x="1800225" y="256540"/>
                    <a:pt x="1806575" y="248920"/>
                    <a:pt x="1811021" y="238760"/>
                  </a:cubicBezTo>
                  <a:lnTo>
                    <a:pt x="1811021" y="120650"/>
                  </a:lnTo>
                  <a:lnTo>
                    <a:pt x="1783715" y="115570"/>
                  </a:lnTo>
                  <a:lnTo>
                    <a:pt x="1783715" y="91440"/>
                  </a:lnTo>
                  <a:lnTo>
                    <a:pt x="1811021" y="91440"/>
                  </a:lnTo>
                  <a:lnTo>
                    <a:pt x="1848486" y="91440"/>
                  </a:lnTo>
                  <a:lnTo>
                    <a:pt x="1848486" y="267335"/>
                  </a:lnTo>
                  <a:lnTo>
                    <a:pt x="1871980" y="272415"/>
                  </a:lnTo>
                  <a:lnTo>
                    <a:pt x="1871980" y="296545"/>
                  </a:lnTo>
                  <a:lnTo>
                    <a:pt x="1814830" y="296545"/>
                  </a:lnTo>
                  <a:lnTo>
                    <a:pt x="1812290" y="266065"/>
                  </a:lnTo>
                  <a:close/>
                  <a:moveTo>
                    <a:pt x="1505586" y="115570"/>
                  </a:moveTo>
                  <a:lnTo>
                    <a:pt x="1505586" y="91440"/>
                  </a:lnTo>
                  <a:lnTo>
                    <a:pt x="1569721" y="91440"/>
                  </a:lnTo>
                  <a:lnTo>
                    <a:pt x="1573530" y="121285"/>
                  </a:lnTo>
                  <a:cubicBezTo>
                    <a:pt x="1579246" y="111125"/>
                    <a:pt x="1586230" y="102870"/>
                    <a:pt x="1595121" y="96520"/>
                  </a:cubicBezTo>
                  <a:cubicBezTo>
                    <a:pt x="1603375" y="90805"/>
                    <a:pt x="1613536" y="87630"/>
                    <a:pt x="1624330" y="87630"/>
                  </a:cubicBezTo>
                  <a:cubicBezTo>
                    <a:pt x="1627505" y="87630"/>
                    <a:pt x="1630046" y="87630"/>
                    <a:pt x="1633221" y="88265"/>
                  </a:cubicBezTo>
                  <a:cubicBezTo>
                    <a:pt x="1636396" y="88900"/>
                    <a:pt x="1638936" y="88900"/>
                    <a:pt x="1640205" y="89535"/>
                  </a:cubicBezTo>
                  <a:lnTo>
                    <a:pt x="1635125" y="124460"/>
                  </a:lnTo>
                  <a:lnTo>
                    <a:pt x="1614171" y="123190"/>
                  </a:lnTo>
                  <a:cubicBezTo>
                    <a:pt x="1604011" y="123190"/>
                    <a:pt x="1595755" y="125730"/>
                    <a:pt x="1589405" y="130175"/>
                  </a:cubicBezTo>
                  <a:cubicBezTo>
                    <a:pt x="1582421" y="134620"/>
                    <a:pt x="1577340" y="141605"/>
                    <a:pt x="1573530" y="149860"/>
                  </a:cubicBezTo>
                  <a:lnTo>
                    <a:pt x="1573530" y="267335"/>
                  </a:lnTo>
                  <a:lnTo>
                    <a:pt x="1604646" y="272415"/>
                  </a:lnTo>
                  <a:lnTo>
                    <a:pt x="1604646" y="296545"/>
                  </a:lnTo>
                  <a:lnTo>
                    <a:pt x="1505586" y="296545"/>
                  </a:lnTo>
                  <a:lnTo>
                    <a:pt x="1505586" y="272415"/>
                  </a:lnTo>
                  <a:lnTo>
                    <a:pt x="1536700" y="267335"/>
                  </a:lnTo>
                  <a:lnTo>
                    <a:pt x="1536700" y="120650"/>
                  </a:lnTo>
                  <a:lnTo>
                    <a:pt x="1505586" y="115570"/>
                  </a:lnTo>
                  <a:close/>
                  <a:moveTo>
                    <a:pt x="1416686" y="266065"/>
                  </a:moveTo>
                  <a:cubicBezTo>
                    <a:pt x="1410336" y="276860"/>
                    <a:pt x="1402080" y="285750"/>
                    <a:pt x="1391921" y="291465"/>
                  </a:cubicBezTo>
                  <a:cubicBezTo>
                    <a:pt x="1381761" y="297180"/>
                    <a:pt x="1370330" y="300355"/>
                    <a:pt x="1356996" y="300355"/>
                  </a:cubicBezTo>
                  <a:cubicBezTo>
                    <a:pt x="1334771" y="300355"/>
                    <a:pt x="1317625" y="293370"/>
                    <a:pt x="1304925" y="278765"/>
                  </a:cubicBezTo>
                  <a:cubicBezTo>
                    <a:pt x="1292225" y="264795"/>
                    <a:pt x="1285875" y="242570"/>
                    <a:pt x="1285875" y="212090"/>
                  </a:cubicBezTo>
                  <a:lnTo>
                    <a:pt x="1285875" y="120650"/>
                  </a:lnTo>
                  <a:lnTo>
                    <a:pt x="1262380" y="115570"/>
                  </a:lnTo>
                  <a:lnTo>
                    <a:pt x="1262380" y="91440"/>
                  </a:lnTo>
                  <a:lnTo>
                    <a:pt x="1285875" y="91440"/>
                  </a:lnTo>
                  <a:lnTo>
                    <a:pt x="1323340" y="91440"/>
                  </a:lnTo>
                  <a:lnTo>
                    <a:pt x="1323340" y="212725"/>
                  </a:lnTo>
                  <a:cubicBezTo>
                    <a:pt x="1323340" y="234315"/>
                    <a:pt x="1326515" y="249555"/>
                    <a:pt x="1332865" y="257810"/>
                  </a:cubicBezTo>
                  <a:cubicBezTo>
                    <a:pt x="1339215" y="266065"/>
                    <a:pt x="1349375" y="269875"/>
                    <a:pt x="1362711" y="269875"/>
                  </a:cubicBezTo>
                  <a:cubicBezTo>
                    <a:pt x="1376046" y="269875"/>
                    <a:pt x="1386840" y="267335"/>
                    <a:pt x="1395730" y="261620"/>
                  </a:cubicBezTo>
                  <a:cubicBezTo>
                    <a:pt x="1404621" y="256540"/>
                    <a:pt x="1410971" y="248920"/>
                    <a:pt x="1415415" y="238760"/>
                  </a:cubicBezTo>
                  <a:lnTo>
                    <a:pt x="1415415" y="120650"/>
                  </a:lnTo>
                  <a:lnTo>
                    <a:pt x="1388111" y="115570"/>
                  </a:lnTo>
                  <a:lnTo>
                    <a:pt x="1388111" y="91440"/>
                  </a:lnTo>
                  <a:lnTo>
                    <a:pt x="1415415" y="91440"/>
                  </a:lnTo>
                  <a:lnTo>
                    <a:pt x="1452880" y="91440"/>
                  </a:lnTo>
                  <a:lnTo>
                    <a:pt x="1452880" y="267335"/>
                  </a:lnTo>
                  <a:lnTo>
                    <a:pt x="1476375" y="272415"/>
                  </a:lnTo>
                  <a:lnTo>
                    <a:pt x="1476375" y="296545"/>
                  </a:lnTo>
                  <a:lnTo>
                    <a:pt x="1419225" y="296545"/>
                  </a:lnTo>
                  <a:lnTo>
                    <a:pt x="1416686" y="266065"/>
                  </a:lnTo>
                  <a:close/>
                  <a:moveTo>
                    <a:pt x="1142365" y="24765"/>
                  </a:moveTo>
                  <a:lnTo>
                    <a:pt x="1142365" y="635"/>
                  </a:lnTo>
                  <a:lnTo>
                    <a:pt x="1210311" y="635"/>
                  </a:lnTo>
                  <a:lnTo>
                    <a:pt x="1210311" y="266700"/>
                  </a:lnTo>
                  <a:lnTo>
                    <a:pt x="1241425" y="271780"/>
                  </a:lnTo>
                  <a:lnTo>
                    <a:pt x="1241425" y="295910"/>
                  </a:lnTo>
                  <a:lnTo>
                    <a:pt x="1142365" y="295910"/>
                  </a:lnTo>
                  <a:lnTo>
                    <a:pt x="1142365" y="272415"/>
                  </a:lnTo>
                  <a:lnTo>
                    <a:pt x="1173480" y="267335"/>
                  </a:lnTo>
                  <a:lnTo>
                    <a:pt x="1173480" y="30480"/>
                  </a:lnTo>
                  <a:lnTo>
                    <a:pt x="1142365" y="24765"/>
                  </a:lnTo>
                  <a:close/>
                  <a:moveTo>
                    <a:pt x="1007745" y="269240"/>
                  </a:moveTo>
                  <a:cubicBezTo>
                    <a:pt x="1020445" y="269240"/>
                    <a:pt x="1031240" y="266065"/>
                    <a:pt x="1041400" y="260350"/>
                  </a:cubicBezTo>
                  <a:cubicBezTo>
                    <a:pt x="1051561" y="254635"/>
                    <a:pt x="1059180" y="247015"/>
                    <a:pt x="1063625" y="238760"/>
                  </a:cubicBezTo>
                  <a:lnTo>
                    <a:pt x="1063625" y="205105"/>
                  </a:lnTo>
                  <a:lnTo>
                    <a:pt x="1023620" y="205105"/>
                  </a:lnTo>
                  <a:cubicBezTo>
                    <a:pt x="1008380" y="205105"/>
                    <a:pt x="996315" y="208915"/>
                    <a:pt x="987425" y="215900"/>
                  </a:cubicBezTo>
                  <a:cubicBezTo>
                    <a:pt x="978536" y="222885"/>
                    <a:pt x="974090" y="231775"/>
                    <a:pt x="974090" y="241935"/>
                  </a:cubicBezTo>
                  <a:cubicBezTo>
                    <a:pt x="974090" y="250825"/>
                    <a:pt x="976630" y="257810"/>
                    <a:pt x="982345" y="262255"/>
                  </a:cubicBezTo>
                  <a:cubicBezTo>
                    <a:pt x="988061" y="266700"/>
                    <a:pt x="996315" y="269240"/>
                    <a:pt x="1007745" y="269240"/>
                  </a:cubicBezTo>
                  <a:close/>
                  <a:moveTo>
                    <a:pt x="1067436" y="296545"/>
                  </a:moveTo>
                  <a:cubicBezTo>
                    <a:pt x="1066165" y="290830"/>
                    <a:pt x="1065530" y="285750"/>
                    <a:pt x="1064896" y="281305"/>
                  </a:cubicBezTo>
                  <a:cubicBezTo>
                    <a:pt x="1064261" y="276860"/>
                    <a:pt x="1063625" y="272415"/>
                    <a:pt x="1063625" y="267970"/>
                  </a:cubicBezTo>
                  <a:cubicBezTo>
                    <a:pt x="1056640" y="277495"/>
                    <a:pt x="1047115" y="285115"/>
                    <a:pt x="1036320" y="290830"/>
                  </a:cubicBezTo>
                  <a:cubicBezTo>
                    <a:pt x="1025525" y="297180"/>
                    <a:pt x="1014095" y="299720"/>
                    <a:pt x="1002030" y="300355"/>
                  </a:cubicBezTo>
                  <a:cubicBezTo>
                    <a:pt x="980440" y="300355"/>
                    <a:pt x="964565" y="295275"/>
                    <a:pt x="953136" y="284480"/>
                  </a:cubicBezTo>
                  <a:cubicBezTo>
                    <a:pt x="941705" y="274320"/>
                    <a:pt x="936625" y="259715"/>
                    <a:pt x="936625" y="240665"/>
                  </a:cubicBezTo>
                  <a:cubicBezTo>
                    <a:pt x="936625" y="220980"/>
                    <a:pt x="944245" y="206375"/>
                    <a:pt x="960120" y="195580"/>
                  </a:cubicBezTo>
                  <a:cubicBezTo>
                    <a:pt x="975995" y="184785"/>
                    <a:pt x="997586" y="179705"/>
                    <a:pt x="1024890" y="179705"/>
                  </a:cubicBezTo>
                  <a:lnTo>
                    <a:pt x="1063625" y="179705"/>
                  </a:lnTo>
                  <a:lnTo>
                    <a:pt x="1063625" y="155575"/>
                  </a:lnTo>
                  <a:cubicBezTo>
                    <a:pt x="1063625" y="143510"/>
                    <a:pt x="1059815" y="133985"/>
                    <a:pt x="1052196" y="127000"/>
                  </a:cubicBezTo>
                  <a:cubicBezTo>
                    <a:pt x="1044575" y="120015"/>
                    <a:pt x="1033780" y="116840"/>
                    <a:pt x="1020445" y="116840"/>
                  </a:cubicBezTo>
                  <a:cubicBezTo>
                    <a:pt x="1010920" y="116840"/>
                    <a:pt x="1002665" y="118110"/>
                    <a:pt x="995680" y="120650"/>
                  </a:cubicBezTo>
                  <a:cubicBezTo>
                    <a:pt x="988695" y="123190"/>
                    <a:pt x="982980" y="126365"/>
                    <a:pt x="978536" y="130810"/>
                  </a:cubicBezTo>
                  <a:lnTo>
                    <a:pt x="974725" y="152400"/>
                  </a:lnTo>
                  <a:lnTo>
                    <a:pt x="946150" y="152400"/>
                  </a:lnTo>
                  <a:lnTo>
                    <a:pt x="946150" y="112395"/>
                  </a:lnTo>
                  <a:cubicBezTo>
                    <a:pt x="955675" y="104775"/>
                    <a:pt x="967105" y="99060"/>
                    <a:pt x="979805" y="94615"/>
                  </a:cubicBezTo>
                  <a:cubicBezTo>
                    <a:pt x="993140" y="90170"/>
                    <a:pt x="1007745" y="87630"/>
                    <a:pt x="1022986" y="87630"/>
                  </a:cubicBezTo>
                  <a:cubicBezTo>
                    <a:pt x="1046480" y="87630"/>
                    <a:pt x="1064896" y="93345"/>
                    <a:pt x="1079500" y="105410"/>
                  </a:cubicBezTo>
                  <a:cubicBezTo>
                    <a:pt x="1094105" y="117475"/>
                    <a:pt x="1101090" y="133985"/>
                    <a:pt x="1101090" y="156210"/>
                  </a:cubicBezTo>
                  <a:lnTo>
                    <a:pt x="1101090" y="254635"/>
                  </a:lnTo>
                  <a:cubicBezTo>
                    <a:pt x="1101090" y="257175"/>
                    <a:pt x="1101090" y="259715"/>
                    <a:pt x="1101090" y="262255"/>
                  </a:cubicBezTo>
                  <a:cubicBezTo>
                    <a:pt x="1101090" y="264795"/>
                    <a:pt x="1101090" y="267335"/>
                    <a:pt x="1101725" y="269875"/>
                  </a:cubicBezTo>
                  <a:lnTo>
                    <a:pt x="1116965" y="271780"/>
                  </a:lnTo>
                  <a:lnTo>
                    <a:pt x="1116965" y="295910"/>
                  </a:lnTo>
                  <a:lnTo>
                    <a:pt x="1067436" y="295910"/>
                  </a:lnTo>
                  <a:close/>
                  <a:moveTo>
                    <a:pt x="751840" y="201930"/>
                  </a:moveTo>
                  <a:cubicBezTo>
                    <a:pt x="751840" y="222250"/>
                    <a:pt x="756286" y="238760"/>
                    <a:pt x="765175" y="251460"/>
                  </a:cubicBezTo>
                  <a:cubicBezTo>
                    <a:pt x="774065" y="264160"/>
                    <a:pt x="787400" y="270510"/>
                    <a:pt x="805180" y="270510"/>
                  </a:cubicBezTo>
                  <a:cubicBezTo>
                    <a:pt x="816611" y="270510"/>
                    <a:pt x="826136" y="267970"/>
                    <a:pt x="833120" y="262890"/>
                  </a:cubicBezTo>
                  <a:cubicBezTo>
                    <a:pt x="840740" y="257810"/>
                    <a:pt x="847090" y="250825"/>
                    <a:pt x="852170" y="241300"/>
                  </a:cubicBezTo>
                  <a:lnTo>
                    <a:pt x="852170" y="146685"/>
                  </a:lnTo>
                  <a:cubicBezTo>
                    <a:pt x="847090" y="137795"/>
                    <a:pt x="841375" y="130810"/>
                    <a:pt x="833120" y="125730"/>
                  </a:cubicBezTo>
                  <a:cubicBezTo>
                    <a:pt x="825500" y="120650"/>
                    <a:pt x="815975" y="118110"/>
                    <a:pt x="805180" y="118110"/>
                  </a:cubicBezTo>
                  <a:cubicBezTo>
                    <a:pt x="787400" y="118110"/>
                    <a:pt x="774065" y="125730"/>
                    <a:pt x="765175" y="140335"/>
                  </a:cubicBezTo>
                  <a:cubicBezTo>
                    <a:pt x="756286" y="154940"/>
                    <a:pt x="751840" y="174625"/>
                    <a:pt x="751840" y="197485"/>
                  </a:cubicBezTo>
                  <a:lnTo>
                    <a:pt x="751840" y="201930"/>
                  </a:lnTo>
                  <a:close/>
                  <a:moveTo>
                    <a:pt x="714375" y="197485"/>
                  </a:moveTo>
                  <a:cubicBezTo>
                    <a:pt x="714375" y="164465"/>
                    <a:pt x="721361" y="137795"/>
                    <a:pt x="735965" y="117475"/>
                  </a:cubicBezTo>
                  <a:cubicBezTo>
                    <a:pt x="750570" y="97155"/>
                    <a:pt x="770255" y="86995"/>
                    <a:pt x="795655" y="86995"/>
                  </a:cubicBezTo>
                  <a:cubicBezTo>
                    <a:pt x="808355" y="86995"/>
                    <a:pt x="819786" y="89535"/>
                    <a:pt x="829311" y="94615"/>
                  </a:cubicBezTo>
                  <a:cubicBezTo>
                    <a:pt x="838836" y="99695"/>
                    <a:pt x="847090" y="106680"/>
                    <a:pt x="854075" y="116840"/>
                  </a:cubicBezTo>
                  <a:lnTo>
                    <a:pt x="857250" y="90805"/>
                  </a:lnTo>
                  <a:lnTo>
                    <a:pt x="888365" y="90805"/>
                  </a:lnTo>
                  <a:lnTo>
                    <a:pt x="888365" y="293370"/>
                  </a:lnTo>
                  <a:cubicBezTo>
                    <a:pt x="888365" y="320040"/>
                    <a:pt x="880745" y="340995"/>
                    <a:pt x="866140" y="356235"/>
                  </a:cubicBezTo>
                  <a:cubicBezTo>
                    <a:pt x="851536" y="371475"/>
                    <a:pt x="830580" y="379095"/>
                    <a:pt x="803275" y="379095"/>
                  </a:cubicBezTo>
                  <a:cubicBezTo>
                    <a:pt x="793115" y="379095"/>
                    <a:pt x="782955" y="377825"/>
                    <a:pt x="770890" y="375285"/>
                  </a:cubicBezTo>
                  <a:cubicBezTo>
                    <a:pt x="759461" y="372745"/>
                    <a:pt x="749300" y="368935"/>
                    <a:pt x="740411" y="364490"/>
                  </a:cubicBezTo>
                  <a:lnTo>
                    <a:pt x="749936" y="335280"/>
                  </a:lnTo>
                  <a:cubicBezTo>
                    <a:pt x="756920" y="339090"/>
                    <a:pt x="765175" y="341630"/>
                    <a:pt x="774700" y="344170"/>
                  </a:cubicBezTo>
                  <a:cubicBezTo>
                    <a:pt x="784225" y="346710"/>
                    <a:pt x="793115" y="347980"/>
                    <a:pt x="802640" y="347980"/>
                  </a:cubicBezTo>
                  <a:cubicBezTo>
                    <a:pt x="819150" y="347980"/>
                    <a:pt x="831850" y="343535"/>
                    <a:pt x="839470" y="334010"/>
                  </a:cubicBezTo>
                  <a:cubicBezTo>
                    <a:pt x="847090" y="324485"/>
                    <a:pt x="850900" y="311150"/>
                    <a:pt x="850900" y="294005"/>
                  </a:cubicBezTo>
                  <a:lnTo>
                    <a:pt x="850900" y="274320"/>
                  </a:lnTo>
                  <a:cubicBezTo>
                    <a:pt x="843915" y="283210"/>
                    <a:pt x="836295" y="289560"/>
                    <a:pt x="826770" y="294005"/>
                  </a:cubicBezTo>
                  <a:cubicBezTo>
                    <a:pt x="817245" y="298450"/>
                    <a:pt x="806450" y="300355"/>
                    <a:pt x="794386" y="300355"/>
                  </a:cubicBezTo>
                  <a:cubicBezTo>
                    <a:pt x="768986" y="300355"/>
                    <a:pt x="749300" y="291465"/>
                    <a:pt x="735330" y="273050"/>
                  </a:cubicBezTo>
                  <a:cubicBezTo>
                    <a:pt x="720725" y="254635"/>
                    <a:pt x="713740" y="231140"/>
                    <a:pt x="713740" y="201295"/>
                  </a:cubicBezTo>
                  <a:lnTo>
                    <a:pt x="713740" y="197485"/>
                  </a:lnTo>
                  <a:close/>
                  <a:moveTo>
                    <a:pt x="461011" y="272415"/>
                  </a:moveTo>
                  <a:lnTo>
                    <a:pt x="492125" y="267335"/>
                  </a:lnTo>
                  <a:lnTo>
                    <a:pt x="492125" y="120650"/>
                  </a:lnTo>
                  <a:lnTo>
                    <a:pt x="461011" y="115570"/>
                  </a:lnTo>
                  <a:lnTo>
                    <a:pt x="461011" y="91440"/>
                  </a:lnTo>
                  <a:lnTo>
                    <a:pt x="525145" y="91440"/>
                  </a:lnTo>
                  <a:lnTo>
                    <a:pt x="527686" y="121920"/>
                  </a:lnTo>
                  <a:cubicBezTo>
                    <a:pt x="534670" y="111125"/>
                    <a:pt x="542925" y="102870"/>
                    <a:pt x="553086" y="96520"/>
                  </a:cubicBezTo>
                  <a:cubicBezTo>
                    <a:pt x="563245" y="90805"/>
                    <a:pt x="575311" y="87630"/>
                    <a:pt x="588011" y="87630"/>
                  </a:cubicBezTo>
                  <a:cubicBezTo>
                    <a:pt x="610236" y="87630"/>
                    <a:pt x="627380" y="93980"/>
                    <a:pt x="639445" y="107315"/>
                  </a:cubicBezTo>
                  <a:cubicBezTo>
                    <a:pt x="651511" y="120015"/>
                    <a:pt x="657861" y="140335"/>
                    <a:pt x="657861" y="167005"/>
                  </a:cubicBezTo>
                  <a:lnTo>
                    <a:pt x="657861" y="267335"/>
                  </a:lnTo>
                  <a:lnTo>
                    <a:pt x="688975" y="272415"/>
                  </a:lnTo>
                  <a:lnTo>
                    <a:pt x="688975" y="296545"/>
                  </a:lnTo>
                  <a:lnTo>
                    <a:pt x="589915" y="296545"/>
                  </a:lnTo>
                  <a:lnTo>
                    <a:pt x="589915" y="272415"/>
                  </a:lnTo>
                  <a:lnTo>
                    <a:pt x="621030" y="267335"/>
                  </a:lnTo>
                  <a:lnTo>
                    <a:pt x="621030" y="167640"/>
                  </a:lnTo>
                  <a:cubicBezTo>
                    <a:pt x="621030" y="149225"/>
                    <a:pt x="617220" y="136525"/>
                    <a:pt x="610236" y="128905"/>
                  </a:cubicBezTo>
                  <a:cubicBezTo>
                    <a:pt x="603250" y="121285"/>
                    <a:pt x="592455" y="117475"/>
                    <a:pt x="577850" y="117475"/>
                  </a:cubicBezTo>
                  <a:cubicBezTo>
                    <a:pt x="567055" y="117475"/>
                    <a:pt x="557530" y="120015"/>
                    <a:pt x="549275" y="125095"/>
                  </a:cubicBezTo>
                  <a:cubicBezTo>
                    <a:pt x="541020" y="130175"/>
                    <a:pt x="534670" y="137160"/>
                    <a:pt x="529590" y="146050"/>
                  </a:cubicBezTo>
                  <a:lnTo>
                    <a:pt x="529590" y="266700"/>
                  </a:lnTo>
                  <a:lnTo>
                    <a:pt x="560705" y="271780"/>
                  </a:lnTo>
                  <a:lnTo>
                    <a:pt x="560705" y="295910"/>
                  </a:lnTo>
                  <a:lnTo>
                    <a:pt x="461645" y="295910"/>
                  </a:lnTo>
                  <a:lnTo>
                    <a:pt x="461645" y="272415"/>
                  </a:lnTo>
                  <a:close/>
                  <a:moveTo>
                    <a:pt x="345440" y="116840"/>
                  </a:moveTo>
                  <a:cubicBezTo>
                    <a:pt x="332740" y="116840"/>
                    <a:pt x="322580" y="121920"/>
                    <a:pt x="313690" y="132715"/>
                  </a:cubicBezTo>
                  <a:cubicBezTo>
                    <a:pt x="304800" y="143510"/>
                    <a:pt x="299720" y="156210"/>
                    <a:pt x="297180" y="172720"/>
                  </a:cubicBezTo>
                  <a:lnTo>
                    <a:pt x="297815" y="173990"/>
                  </a:lnTo>
                  <a:lnTo>
                    <a:pt x="392430" y="173990"/>
                  </a:lnTo>
                  <a:lnTo>
                    <a:pt x="392430" y="168910"/>
                  </a:lnTo>
                  <a:cubicBezTo>
                    <a:pt x="392430" y="154305"/>
                    <a:pt x="388620" y="142240"/>
                    <a:pt x="380365" y="132080"/>
                  </a:cubicBezTo>
                  <a:cubicBezTo>
                    <a:pt x="372745" y="121920"/>
                    <a:pt x="361315" y="116840"/>
                    <a:pt x="345440" y="116840"/>
                  </a:cubicBezTo>
                  <a:close/>
                  <a:moveTo>
                    <a:pt x="351155" y="300355"/>
                  </a:moveTo>
                  <a:cubicBezTo>
                    <a:pt x="322580" y="300355"/>
                    <a:pt x="299720" y="290830"/>
                    <a:pt x="283211" y="271780"/>
                  </a:cubicBezTo>
                  <a:cubicBezTo>
                    <a:pt x="266065" y="252730"/>
                    <a:pt x="257811" y="227965"/>
                    <a:pt x="257811" y="198120"/>
                  </a:cubicBezTo>
                  <a:lnTo>
                    <a:pt x="257811" y="189865"/>
                  </a:lnTo>
                  <a:cubicBezTo>
                    <a:pt x="257811" y="160655"/>
                    <a:pt x="266700" y="136525"/>
                    <a:pt x="283845" y="116840"/>
                  </a:cubicBezTo>
                  <a:cubicBezTo>
                    <a:pt x="300990" y="97155"/>
                    <a:pt x="321945" y="87630"/>
                    <a:pt x="345440" y="87630"/>
                  </a:cubicBezTo>
                  <a:cubicBezTo>
                    <a:pt x="372745" y="87630"/>
                    <a:pt x="393700" y="95885"/>
                    <a:pt x="408305" y="112395"/>
                  </a:cubicBezTo>
                  <a:cubicBezTo>
                    <a:pt x="422275" y="128905"/>
                    <a:pt x="429895" y="151130"/>
                    <a:pt x="429895" y="179070"/>
                  </a:cubicBezTo>
                  <a:lnTo>
                    <a:pt x="429895" y="202565"/>
                  </a:lnTo>
                  <a:lnTo>
                    <a:pt x="297180" y="202565"/>
                  </a:lnTo>
                  <a:lnTo>
                    <a:pt x="296545" y="203200"/>
                  </a:lnTo>
                  <a:cubicBezTo>
                    <a:pt x="296545" y="222885"/>
                    <a:pt x="301625" y="239395"/>
                    <a:pt x="311786" y="252095"/>
                  </a:cubicBezTo>
                  <a:cubicBezTo>
                    <a:pt x="321311" y="264795"/>
                    <a:pt x="334645" y="271145"/>
                    <a:pt x="352425" y="271145"/>
                  </a:cubicBezTo>
                  <a:cubicBezTo>
                    <a:pt x="365125" y="271145"/>
                    <a:pt x="375920" y="269240"/>
                    <a:pt x="385445" y="266065"/>
                  </a:cubicBezTo>
                  <a:cubicBezTo>
                    <a:pt x="394970" y="262255"/>
                    <a:pt x="403225" y="257175"/>
                    <a:pt x="410211" y="251460"/>
                  </a:cubicBezTo>
                  <a:lnTo>
                    <a:pt x="424815" y="275590"/>
                  </a:lnTo>
                  <a:cubicBezTo>
                    <a:pt x="417195" y="282575"/>
                    <a:pt x="407670" y="288925"/>
                    <a:pt x="395605" y="293370"/>
                  </a:cubicBezTo>
                  <a:cubicBezTo>
                    <a:pt x="382905" y="297815"/>
                    <a:pt x="368300" y="300355"/>
                    <a:pt x="351155" y="300355"/>
                  </a:cubicBezTo>
                  <a:close/>
                  <a:moveTo>
                    <a:pt x="2881630" y="269240"/>
                  </a:moveTo>
                  <a:cubicBezTo>
                    <a:pt x="2894330" y="269240"/>
                    <a:pt x="2905125" y="266065"/>
                    <a:pt x="2915286" y="260350"/>
                  </a:cubicBezTo>
                  <a:cubicBezTo>
                    <a:pt x="2925446" y="254635"/>
                    <a:pt x="2933065" y="247015"/>
                    <a:pt x="2937511" y="238760"/>
                  </a:cubicBezTo>
                  <a:lnTo>
                    <a:pt x="2937511" y="205105"/>
                  </a:lnTo>
                  <a:lnTo>
                    <a:pt x="2897505" y="205105"/>
                  </a:lnTo>
                  <a:cubicBezTo>
                    <a:pt x="2882265" y="205105"/>
                    <a:pt x="2870200" y="208915"/>
                    <a:pt x="2861311" y="215900"/>
                  </a:cubicBezTo>
                  <a:cubicBezTo>
                    <a:pt x="2852421" y="222885"/>
                    <a:pt x="2847975" y="231775"/>
                    <a:pt x="2847975" y="241935"/>
                  </a:cubicBezTo>
                  <a:cubicBezTo>
                    <a:pt x="2847975" y="250825"/>
                    <a:pt x="2850515" y="257810"/>
                    <a:pt x="2856230" y="262255"/>
                  </a:cubicBezTo>
                  <a:cubicBezTo>
                    <a:pt x="2862580" y="266700"/>
                    <a:pt x="2870836" y="269240"/>
                    <a:pt x="2881630" y="269240"/>
                  </a:cubicBezTo>
                  <a:close/>
                  <a:moveTo>
                    <a:pt x="2941955" y="296545"/>
                  </a:moveTo>
                  <a:cubicBezTo>
                    <a:pt x="2940686" y="290830"/>
                    <a:pt x="2940050" y="285750"/>
                    <a:pt x="2939415" y="281305"/>
                  </a:cubicBezTo>
                  <a:cubicBezTo>
                    <a:pt x="2938780" y="276860"/>
                    <a:pt x="2938146" y="272415"/>
                    <a:pt x="2938146" y="267970"/>
                  </a:cubicBezTo>
                  <a:cubicBezTo>
                    <a:pt x="2931161" y="277495"/>
                    <a:pt x="2921636" y="285115"/>
                    <a:pt x="2910840" y="290830"/>
                  </a:cubicBezTo>
                  <a:cubicBezTo>
                    <a:pt x="2900046" y="297180"/>
                    <a:pt x="2888615" y="299720"/>
                    <a:pt x="2876550" y="300355"/>
                  </a:cubicBezTo>
                  <a:cubicBezTo>
                    <a:pt x="2854961" y="300355"/>
                    <a:pt x="2839086" y="295275"/>
                    <a:pt x="2827655" y="284480"/>
                  </a:cubicBezTo>
                  <a:cubicBezTo>
                    <a:pt x="2816225" y="274320"/>
                    <a:pt x="2811146" y="259715"/>
                    <a:pt x="2811146" y="240665"/>
                  </a:cubicBezTo>
                  <a:cubicBezTo>
                    <a:pt x="2811146" y="220980"/>
                    <a:pt x="2818765" y="206375"/>
                    <a:pt x="2834640" y="195580"/>
                  </a:cubicBezTo>
                  <a:cubicBezTo>
                    <a:pt x="2850515" y="184785"/>
                    <a:pt x="2872105" y="179705"/>
                    <a:pt x="2899411" y="179705"/>
                  </a:cubicBezTo>
                  <a:lnTo>
                    <a:pt x="2938146" y="179705"/>
                  </a:lnTo>
                  <a:lnTo>
                    <a:pt x="2938146" y="155575"/>
                  </a:lnTo>
                  <a:cubicBezTo>
                    <a:pt x="2938146" y="143510"/>
                    <a:pt x="2934336" y="133985"/>
                    <a:pt x="2926715" y="127000"/>
                  </a:cubicBezTo>
                  <a:cubicBezTo>
                    <a:pt x="2919096" y="120015"/>
                    <a:pt x="2908300" y="116840"/>
                    <a:pt x="2894965" y="116840"/>
                  </a:cubicBezTo>
                  <a:cubicBezTo>
                    <a:pt x="2885440" y="116840"/>
                    <a:pt x="2877186" y="118110"/>
                    <a:pt x="2870200" y="120650"/>
                  </a:cubicBezTo>
                  <a:cubicBezTo>
                    <a:pt x="2863215" y="123190"/>
                    <a:pt x="2857500" y="126365"/>
                    <a:pt x="2853055" y="130810"/>
                  </a:cubicBezTo>
                  <a:lnTo>
                    <a:pt x="2849246" y="152400"/>
                  </a:lnTo>
                  <a:lnTo>
                    <a:pt x="2820671" y="152400"/>
                  </a:lnTo>
                  <a:lnTo>
                    <a:pt x="2820671" y="112395"/>
                  </a:lnTo>
                  <a:cubicBezTo>
                    <a:pt x="2830196" y="104775"/>
                    <a:pt x="2841625" y="99060"/>
                    <a:pt x="2854325" y="94615"/>
                  </a:cubicBezTo>
                  <a:cubicBezTo>
                    <a:pt x="2867661" y="90170"/>
                    <a:pt x="2882265" y="87630"/>
                    <a:pt x="2897505" y="87630"/>
                  </a:cubicBezTo>
                  <a:cubicBezTo>
                    <a:pt x="2921000" y="87630"/>
                    <a:pt x="2939415" y="93345"/>
                    <a:pt x="2954021" y="105410"/>
                  </a:cubicBezTo>
                  <a:cubicBezTo>
                    <a:pt x="2968625" y="117475"/>
                    <a:pt x="2975611" y="133985"/>
                    <a:pt x="2975611" y="156210"/>
                  </a:cubicBezTo>
                  <a:lnTo>
                    <a:pt x="2975611" y="254635"/>
                  </a:lnTo>
                  <a:cubicBezTo>
                    <a:pt x="2975611" y="257175"/>
                    <a:pt x="2975611" y="259715"/>
                    <a:pt x="2975611" y="262255"/>
                  </a:cubicBezTo>
                  <a:cubicBezTo>
                    <a:pt x="2975611" y="264795"/>
                    <a:pt x="2975611" y="267335"/>
                    <a:pt x="2976246" y="269875"/>
                  </a:cubicBezTo>
                  <a:lnTo>
                    <a:pt x="2991486" y="271780"/>
                  </a:lnTo>
                  <a:lnTo>
                    <a:pt x="2991486" y="295910"/>
                  </a:lnTo>
                  <a:lnTo>
                    <a:pt x="2941955" y="295910"/>
                  </a:lnTo>
                  <a:close/>
                  <a:moveTo>
                    <a:pt x="2748915" y="38735"/>
                  </a:moveTo>
                  <a:lnTo>
                    <a:pt x="2711450" y="38735"/>
                  </a:lnTo>
                  <a:lnTo>
                    <a:pt x="2711450" y="635"/>
                  </a:lnTo>
                  <a:lnTo>
                    <a:pt x="2748915" y="635"/>
                  </a:lnTo>
                  <a:lnTo>
                    <a:pt x="2748915" y="38735"/>
                  </a:lnTo>
                  <a:close/>
                  <a:moveTo>
                    <a:pt x="2680971" y="272415"/>
                  </a:moveTo>
                  <a:lnTo>
                    <a:pt x="2712086" y="267335"/>
                  </a:lnTo>
                  <a:lnTo>
                    <a:pt x="2712086" y="120650"/>
                  </a:lnTo>
                  <a:lnTo>
                    <a:pt x="2680971" y="115570"/>
                  </a:lnTo>
                  <a:lnTo>
                    <a:pt x="2680971" y="91440"/>
                  </a:lnTo>
                  <a:lnTo>
                    <a:pt x="2748915" y="91440"/>
                  </a:lnTo>
                  <a:lnTo>
                    <a:pt x="2748915" y="267335"/>
                  </a:lnTo>
                  <a:lnTo>
                    <a:pt x="2780030" y="272415"/>
                  </a:lnTo>
                  <a:lnTo>
                    <a:pt x="2780030" y="296545"/>
                  </a:lnTo>
                  <a:lnTo>
                    <a:pt x="2680971" y="296545"/>
                  </a:lnTo>
                  <a:lnTo>
                    <a:pt x="2680971" y="272415"/>
                  </a:lnTo>
                  <a:close/>
                  <a:moveTo>
                    <a:pt x="2485390" y="201930"/>
                  </a:moveTo>
                  <a:cubicBezTo>
                    <a:pt x="2485390" y="222250"/>
                    <a:pt x="2489836" y="238760"/>
                    <a:pt x="2498090" y="251460"/>
                  </a:cubicBezTo>
                  <a:cubicBezTo>
                    <a:pt x="2506346" y="264160"/>
                    <a:pt x="2519680" y="270510"/>
                    <a:pt x="2537461" y="270510"/>
                  </a:cubicBezTo>
                  <a:cubicBezTo>
                    <a:pt x="2548255" y="270510"/>
                    <a:pt x="2557780" y="267970"/>
                    <a:pt x="2565400" y="262890"/>
                  </a:cubicBezTo>
                  <a:cubicBezTo>
                    <a:pt x="2573021" y="257810"/>
                    <a:pt x="2579371" y="250825"/>
                    <a:pt x="2584450" y="241300"/>
                  </a:cubicBezTo>
                  <a:lnTo>
                    <a:pt x="2584450" y="146050"/>
                  </a:lnTo>
                  <a:cubicBezTo>
                    <a:pt x="2579371" y="137160"/>
                    <a:pt x="2573655" y="130810"/>
                    <a:pt x="2565400" y="125730"/>
                  </a:cubicBezTo>
                  <a:cubicBezTo>
                    <a:pt x="2557780" y="120650"/>
                    <a:pt x="2548255" y="118110"/>
                    <a:pt x="2537461" y="118110"/>
                  </a:cubicBezTo>
                  <a:cubicBezTo>
                    <a:pt x="2519680" y="118110"/>
                    <a:pt x="2506346" y="125730"/>
                    <a:pt x="2498090" y="140335"/>
                  </a:cubicBezTo>
                  <a:cubicBezTo>
                    <a:pt x="2489836" y="154940"/>
                    <a:pt x="2485390" y="173990"/>
                    <a:pt x="2485390" y="198120"/>
                  </a:cubicBezTo>
                  <a:lnTo>
                    <a:pt x="2485390" y="201930"/>
                  </a:lnTo>
                  <a:close/>
                  <a:moveTo>
                    <a:pt x="2585721" y="271780"/>
                  </a:moveTo>
                  <a:cubicBezTo>
                    <a:pt x="2578736" y="281305"/>
                    <a:pt x="2570480" y="288290"/>
                    <a:pt x="2560955" y="292735"/>
                  </a:cubicBezTo>
                  <a:cubicBezTo>
                    <a:pt x="2551430" y="297815"/>
                    <a:pt x="2540000" y="299720"/>
                    <a:pt x="2527300" y="299720"/>
                  </a:cubicBezTo>
                  <a:cubicBezTo>
                    <a:pt x="2502536" y="299720"/>
                    <a:pt x="2482850" y="290830"/>
                    <a:pt x="2468880" y="272415"/>
                  </a:cubicBezTo>
                  <a:cubicBezTo>
                    <a:pt x="2454911" y="254635"/>
                    <a:pt x="2447925" y="230505"/>
                    <a:pt x="2447925" y="200660"/>
                  </a:cubicBezTo>
                  <a:lnTo>
                    <a:pt x="2447925" y="196850"/>
                  </a:lnTo>
                  <a:cubicBezTo>
                    <a:pt x="2447925" y="163830"/>
                    <a:pt x="2454911" y="137160"/>
                    <a:pt x="2468880" y="116840"/>
                  </a:cubicBezTo>
                  <a:cubicBezTo>
                    <a:pt x="2482850" y="96520"/>
                    <a:pt x="2502536" y="86360"/>
                    <a:pt x="2527936" y="86360"/>
                  </a:cubicBezTo>
                  <a:cubicBezTo>
                    <a:pt x="2540000" y="86360"/>
                    <a:pt x="2550796" y="88900"/>
                    <a:pt x="2560321" y="93345"/>
                  </a:cubicBezTo>
                  <a:cubicBezTo>
                    <a:pt x="2569846" y="97790"/>
                    <a:pt x="2577465" y="104140"/>
                    <a:pt x="2583815" y="113030"/>
                  </a:cubicBezTo>
                  <a:lnTo>
                    <a:pt x="2583815" y="29210"/>
                  </a:lnTo>
                  <a:lnTo>
                    <a:pt x="2552700" y="24130"/>
                  </a:lnTo>
                  <a:lnTo>
                    <a:pt x="2552700" y="0"/>
                  </a:lnTo>
                  <a:lnTo>
                    <a:pt x="2583815" y="0"/>
                  </a:lnTo>
                  <a:lnTo>
                    <a:pt x="2621280" y="0"/>
                  </a:lnTo>
                  <a:lnTo>
                    <a:pt x="2621280" y="266065"/>
                  </a:lnTo>
                  <a:lnTo>
                    <a:pt x="2652396" y="271145"/>
                  </a:lnTo>
                  <a:lnTo>
                    <a:pt x="2652396" y="295275"/>
                  </a:lnTo>
                  <a:lnTo>
                    <a:pt x="2588896" y="295275"/>
                  </a:lnTo>
                  <a:lnTo>
                    <a:pt x="2585721" y="271780"/>
                  </a:lnTo>
                  <a:close/>
                  <a:moveTo>
                    <a:pt x="2194561" y="272415"/>
                  </a:moveTo>
                  <a:lnTo>
                    <a:pt x="2225675" y="267335"/>
                  </a:lnTo>
                  <a:lnTo>
                    <a:pt x="2225675" y="120650"/>
                  </a:lnTo>
                  <a:lnTo>
                    <a:pt x="2194561" y="115570"/>
                  </a:lnTo>
                  <a:lnTo>
                    <a:pt x="2194561" y="91440"/>
                  </a:lnTo>
                  <a:lnTo>
                    <a:pt x="2258696" y="91440"/>
                  </a:lnTo>
                  <a:lnTo>
                    <a:pt x="2261236" y="121920"/>
                  </a:lnTo>
                  <a:cubicBezTo>
                    <a:pt x="2268221" y="111125"/>
                    <a:pt x="2276475" y="102870"/>
                    <a:pt x="2286636" y="96520"/>
                  </a:cubicBezTo>
                  <a:cubicBezTo>
                    <a:pt x="2296796" y="90805"/>
                    <a:pt x="2308861" y="87630"/>
                    <a:pt x="2321561" y="87630"/>
                  </a:cubicBezTo>
                  <a:cubicBezTo>
                    <a:pt x="2343786" y="87630"/>
                    <a:pt x="2360930" y="93980"/>
                    <a:pt x="2372996" y="107315"/>
                  </a:cubicBezTo>
                  <a:cubicBezTo>
                    <a:pt x="2385061" y="120015"/>
                    <a:pt x="2391411" y="140335"/>
                    <a:pt x="2391411" y="167005"/>
                  </a:cubicBezTo>
                  <a:lnTo>
                    <a:pt x="2391411" y="267335"/>
                  </a:lnTo>
                  <a:lnTo>
                    <a:pt x="2422525" y="272415"/>
                  </a:lnTo>
                  <a:lnTo>
                    <a:pt x="2422525" y="296545"/>
                  </a:lnTo>
                  <a:lnTo>
                    <a:pt x="2323465" y="296545"/>
                  </a:lnTo>
                  <a:lnTo>
                    <a:pt x="2323465" y="272415"/>
                  </a:lnTo>
                  <a:lnTo>
                    <a:pt x="2354580" y="267335"/>
                  </a:lnTo>
                  <a:lnTo>
                    <a:pt x="2354580" y="167640"/>
                  </a:lnTo>
                  <a:cubicBezTo>
                    <a:pt x="2354580" y="149225"/>
                    <a:pt x="2350771" y="136525"/>
                    <a:pt x="2343786" y="128905"/>
                  </a:cubicBezTo>
                  <a:cubicBezTo>
                    <a:pt x="2336800" y="121285"/>
                    <a:pt x="2326005" y="117475"/>
                    <a:pt x="2311400" y="117475"/>
                  </a:cubicBezTo>
                  <a:cubicBezTo>
                    <a:pt x="2300605" y="117475"/>
                    <a:pt x="2291080" y="120015"/>
                    <a:pt x="2282825" y="125095"/>
                  </a:cubicBezTo>
                  <a:cubicBezTo>
                    <a:pt x="2274571" y="130175"/>
                    <a:pt x="2268221" y="137160"/>
                    <a:pt x="2263140" y="146050"/>
                  </a:cubicBezTo>
                  <a:lnTo>
                    <a:pt x="2263140" y="266700"/>
                  </a:lnTo>
                  <a:lnTo>
                    <a:pt x="2294255" y="271780"/>
                  </a:lnTo>
                  <a:lnTo>
                    <a:pt x="2294255" y="295910"/>
                  </a:lnTo>
                  <a:lnTo>
                    <a:pt x="2195196" y="295910"/>
                  </a:lnTo>
                  <a:lnTo>
                    <a:pt x="2195196" y="272415"/>
                  </a:lnTo>
                  <a:close/>
                  <a:moveTo>
                    <a:pt x="2071371" y="44450"/>
                  </a:moveTo>
                  <a:lnTo>
                    <a:pt x="2071371" y="20320"/>
                  </a:lnTo>
                  <a:lnTo>
                    <a:pt x="2170430" y="20320"/>
                  </a:lnTo>
                  <a:lnTo>
                    <a:pt x="2170430" y="44450"/>
                  </a:lnTo>
                  <a:lnTo>
                    <a:pt x="2139315" y="49530"/>
                  </a:lnTo>
                  <a:lnTo>
                    <a:pt x="2139315" y="266700"/>
                  </a:lnTo>
                  <a:lnTo>
                    <a:pt x="2170430" y="271780"/>
                  </a:lnTo>
                  <a:lnTo>
                    <a:pt x="2170430" y="295910"/>
                  </a:lnTo>
                  <a:lnTo>
                    <a:pt x="2071371" y="295910"/>
                  </a:lnTo>
                  <a:lnTo>
                    <a:pt x="2071371" y="272415"/>
                  </a:lnTo>
                  <a:lnTo>
                    <a:pt x="2102486" y="267335"/>
                  </a:lnTo>
                  <a:lnTo>
                    <a:pt x="2102486" y="50165"/>
                  </a:lnTo>
                  <a:lnTo>
                    <a:pt x="2071371" y="44450"/>
                  </a:lnTo>
                  <a:close/>
                  <a:moveTo>
                    <a:pt x="1944371" y="282575"/>
                  </a:moveTo>
                  <a:cubicBezTo>
                    <a:pt x="1944371" y="294640"/>
                    <a:pt x="1941196" y="307975"/>
                    <a:pt x="1934846" y="321310"/>
                  </a:cubicBezTo>
                  <a:cubicBezTo>
                    <a:pt x="1928496" y="334645"/>
                    <a:pt x="1920240" y="346075"/>
                    <a:pt x="1910080" y="354965"/>
                  </a:cubicBezTo>
                  <a:lnTo>
                    <a:pt x="1889125" y="340995"/>
                  </a:lnTo>
                  <a:cubicBezTo>
                    <a:pt x="1894840" y="332105"/>
                    <a:pt x="1899286" y="322580"/>
                    <a:pt x="1902461" y="313055"/>
                  </a:cubicBezTo>
                  <a:cubicBezTo>
                    <a:pt x="1905636" y="303530"/>
                    <a:pt x="1906905" y="293370"/>
                    <a:pt x="1906905" y="283210"/>
                  </a:cubicBezTo>
                  <a:lnTo>
                    <a:pt x="1906905" y="254635"/>
                  </a:lnTo>
                  <a:lnTo>
                    <a:pt x="1944371" y="254635"/>
                  </a:lnTo>
                  <a:lnTo>
                    <a:pt x="1944371" y="282575"/>
                  </a:lnTo>
                  <a:close/>
                  <a:moveTo>
                    <a:pt x="67945" y="137795"/>
                  </a:moveTo>
                  <a:lnTo>
                    <a:pt x="130175" y="137795"/>
                  </a:lnTo>
                  <a:cubicBezTo>
                    <a:pt x="143511" y="137160"/>
                    <a:pt x="154305" y="133350"/>
                    <a:pt x="162561" y="125730"/>
                  </a:cubicBezTo>
                  <a:cubicBezTo>
                    <a:pt x="170815" y="118110"/>
                    <a:pt x="175261" y="107950"/>
                    <a:pt x="175261" y="93980"/>
                  </a:cubicBezTo>
                  <a:cubicBezTo>
                    <a:pt x="175261" y="78740"/>
                    <a:pt x="170815" y="67945"/>
                    <a:pt x="161290" y="60325"/>
                  </a:cubicBezTo>
                  <a:cubicBezTo>
                    <a:pt x="151765" y="52705"/>
                    <a:pt x="138430" y="49530"/>
                    <a:pt x="120650" y="49530"/>
                  </a:cubicBezTo>
                  <a:lnTo>
                    <a:pt x="67945" y="49530"/>
                  </a:lnTo>
                  <a:lnTo>
                    <a:pt x="67945" y="137795"/>
                  </a:lnTo>
                  <a:close/>
                  <a:moveTo>
                    <a:pt x="67945" y="167005"/>
                  </a:moveTo>
                  <a:lnTo>
                    <a:pt x="67945" y="267335"/>
                  </a:lnTo>
                  <a:lnTo>
                    <a:pt x="132080" y="267335"/>
                  </a:lnTo>
                  <a:cubicBezTo>
                    <a:pt x="149225" y="267335"/>
                    <a:pt x="162561" y="262890"/>
                    <a:pt x="172086" y="254635"/>
                  </a:cubicBezTo>
                  <a:cubicBezTo>
                    <a:pt x="181611" y="246380"/>
                    <a:pt x="186055" y="234315"/>
                    <a:pt x="186055" y="219075"/>
                  </a:cubicBezTo>
                  <a:cubicBezTo>
                    <a:pt x="186055" y="203200"/>
                    <a:pt x="182245" y="189865"/>
                    <a:pt x="173990" y="180975"/>
                  </a:cubicBezTo>
                  <a:cubicBezTo>
                    <a:pt x="166370" y="171450"/>
                    <a:pt x="154305" y="167005"/>
                    <a:pt x="137795" y="167005"/>
                  </a:cubicBezTo>
                  <a:lnTo>
                    <a:pt x="67945" y="167005"/>
                  </a:lnTo>
                  <a:close/>
                  <a:moveTo>
                    <a:pt x="120650" y="20320"/>
                  </a:moveTo>
                  <a:cubicBezTo>
                    <a:pt x="149225" y="20320"/>
                    <a:pt x="172086" y="26670"/>
                    <a:pt x="187961" y="38735"/>
                  </a:cubicBezTo>
                  <a:cubicBezTo>
                    <a:pt x="204470" y="51435"/>
                    <a:pt x="212090" y="69850"/>
                    <a:pt x="212090" y="94615"/>
                  </a:cubicBezTo>
                  <a:cubicBezTo>
                    <a:pt x="212090" y="106680"/>
                    <a:pt x="208280" y="118110"/>
                    <a:pt x="200661" y="127635"/>
                  </a:cubicBezTo>
                  <a:cubicBezTo>
                    <a:pt x="193040" y="137160"/>
                    <a:pt x="182880" y="144145"/>
                    <a:pt x="170180" y="149225"/>
                  </a:cubicBezTo>
                  <a:cubicBezTo>
                    <a:pt x="186690" y="153035"/>
                    <a:pt x="200025" y="160655"/>
                    <a:pt x="209550" y="173355"/>
                  </a:cubicBezTo>
                  <a:cubicBezTo>
                    <a:pt x="219075" y="186055"/>
                    <a:pt x="224155" y="200660"/>
                    <a:pt x="224155" y="217805"/>
                  </a:cubicBezTo>
                  <a:cubicBezTo>
                    <a:pt x="224155" y="243205"/>
                    <a:pt x="215900" y="262255"/>
                    <a:pt x="199390" y="275590"/>
                  </a:cubicBezTo>
                  <a:cubicBezTo>
                    <a:pt x="182880" y="288925"/>
                    <a:pt x="160655" y="295275"/>
                    <a:pt x="132715" y="295275"/>
                  </a:cubicBezTo>
                  <a:lnTo>
                    <a:pt x="0" y="295275"/>
                  </a:lnTo>
                  <a:lnTo>
                    <a:pt x="0" y="272415"/>
                  </a:lnTo>
                  <a:lnTo>
                    <a:pt x="31115" y="267335"/>
                  </a:lnTo>
                  <a:lnTo>
                    <a:pt x="31115" y="50165"/>
                  </a:lnTo>
                  <a:lnTo>
                    <a:pt x="0" y="45085"/>
                  </a:lnTo>
                  <a:lnTo>
                    <a:pt x="0" y="20955"/>
                  </a:lnTo>
                  <a:lnTo>
                    <a:pt x="31115" y="20955"/>
                  </a:lnTo>
                  <a:lnTo>
                    <a:pt x="120650" y="2095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86E09DB7-DF82-C097-F1DE-B07406AE6BE9}"/>
                </a:ext>
              </a:extLst>
            </p:cNvPr>
            <p:cNvSpPr/>
            <p:nvPr/>
          </p:nvSpPr>
          <p:spPr>
            <a:xfrm>
              <a:off x="1355725" y="2265679"/>
              <a:ext cx="705485" cy="617220"/>
            </a:xfrm>
            <a:custGeom>
              <a:avLst/>
              <a:gdLst>
                <a:gd name="connsiteX0" fmla="*/ 0 w 705485"/>
                <a:gd name="connsiteY0" fmla="*/ 308610 h 617220"/>
                <a:gd name="connsiteX1" fmla="*/ 308610 w 705485"/>
                <a:gd name="connsiteY1" fmla="*/ 617220 h 617220"/>
                <a:gd name="connsiteX2" fmla="*/ 705485 w 705485"/>
                <a:gd name="connsiteY2" fmla="*/ 220980 h 617220"/>
                <a:gd name="connsiteX3" fmla="*/ 617220 w 705485"/>
                <a:gd name="connsiteY3" fmla="*/ 132715 h 617220"/>
                <a:gd name="connsiteX4" fmla="*/ 308610 w 705485"/>
                <a:gd name="connsiteY4" fmla="*/ 440690 h 617220"/>
                <a:gd name="connsiteX5" fmla="*/ 176530 w 705485"/>
                <a:gd name="connsiteY5" fmla="*/ 308610 h 617220"/>
                <a:gd name="connsiteX6" fmla="*/ 308610 w 705485"/>
                <a:gd name="connsiteY6" fmla="*/ 176530 h 617220"/>
                <a:gd name="connsiteX7" fmla="*/ 396875 w 705485"/>
                <a:gd name="connsiteY7" fmla="*/ 264795 h 617220"/>
                <a:gd name="connsiteX8" fmla="*/ 484505 w 705485"/>
                <a:gd name="connsiteY8" fmla="*/ 176530 h 617220"/>
                <a:gd name="connsiteX9" fmla="*/ 308610 w 705485"/>
                <a:gd name="connsiteY9" fmla="*/ 0 h 61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5485" h="617220">
                  <a:moveTo>
                    <a:pt x="0" y="308610"/>
                  </a:moveTo>
                  <a:lnTo>
                    <a:pt x="308610" y="617220"/>
                  </a:lnTo>
                  <a:lnTo>
                    <a:pt x="705485" y="220980"/>
                  </a:lnTo>
                  <a:lnTo>
                    <a:pt x="617220" y="132715"/>
                  </a:lnTo>
                  <a:lnTo>
                    <a:pt x="308610" y="440690"/>
                  </a:lnTo>
                  <a:lnTo>
                    <a:pt x="176530" y="308610"/>
                  </a:lnTo>
                  <a:lnTo>
                    <a:pt x="308610" y="176530"/>
                  </a:lnTo>
                  <a:lnTo>
                    <a:pt x="396875" y="264795"/>
                  </a:lnTo>
                  <a:lnTo>
                    <a:pt x="484505" y="176530"/>
                  </a:lnTo>
                  <a:lnTo>
                    <a:pt x="308610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8E50E4B6-7C29-899E-628D-17FBB1EE6BE5}"/>
                </a:ext>
              </a:extLst>
            </p:cNvPr>
            <p:cNvSpPr/>
            <p:nvPr/>
          </p:nvSpPr>
          <p:spPr>
            <a:xfrm>
              <a:off x="2589529" y="2266314"/>
              <a:ext cx="705485" cy="617220"/>
            </a:xfrm>
            <a:custGeom>
              <a:avLst/>
              <a:gdLst>
                <a:gd name="connsiteX0" fmla="*/ 705485 w 705485"/>
                <a:gd name="connsiteY0" fmla="*/ 308610 h 617220"/>
                <a:gd name="connsiteX1" fmla="*/ 396875 w 705485"/>
                <a:gd name="connsiteY1" fmla="*/ 617220 h 617220"/>
                <a:gd name="connsiteX2" fmla="*/ 220345 w 705485"/>
                <a:gd name="connsiteY2" fmla="*/ 440690 h 617220"/>
                <a:gd name="connsiteX3" fmla="*/ 308610 w 705485"/>
                <a:gd name="connsiteY3" fmla="*/ 352425 h 617220"/>
                <a:gd name="connsiteX4" fmla="*/ 396875 w 705485"/>
                <a:gd name="connsiteY4" fmla="*/ 440690 h 617220"/>
                <a:gd name="connsiteX5" fmla="*/ 528955 w 705485"/>
                <a:gd name="connsiteY5" fmla="*/ 308610 h 617220"/>
                <a:gd name="connsiteX6" fmla="*/ 396875 w 705485"/>
                <a:gd name="connsiteY6" fmla="*/ 176530 h 617220"/>
                <a:gd name="connsiteX7" fmla="*/ 88265 w 705485"/>
                <a:gd name="connsiteY7" fmla="*/ 485140 h 617220"/>
                <a:gd name="connsiteX8" fmla="*/ 0 w 705485"/>
                <a:gd name="connsiteY8" fmla="*/ 396875 h 617220"/>
                <a:gd name="connsiteX9" fmla="*/ 396875 w 705485"/>
                <a:gd name="connsiteY9" fmla="*/ 0 h 61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5485" h="617220">
                  <a:moveTo>
                    <a:pt x="705485" y="308610"/>
                  </a:moveTo>
                  <a:lnTo>
                    <a:pt x="396875" y="617220"/>
                  </a:lnTo>
                  <a:lnTo>
                    <a:pt x="220345" y="440690"/>
                  </a:lnTo>
                  <a:lnTo>
                    <a:pt x="308610" y="352425"/>
                  </a:lnTo>
                  <a:lnTo>
                    <a:pt x="396875" y="440690"/>
                  </a:lnTo>
                  <a:lnTo>
                    <a:pt x="528955" y="308610"/>
                  </a:lnTo>
                  <a:lnTo>
                    <a:pt x="396875" y="176530"/>
                  </a:lnTo>
                  <a:lnTo>
                    <a:pt x="88265" y="485140"/>
                  </a:lnTo>
                  <a:lnTo>
                    <a:pt x="0" y="396875"/>
                  </a:lnTo>
                  <a:lnTo>
                    <a:pt x="39687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1380CE73-17AD-FBFA-C9CA-1870C6B50067}"/>
                </a:ext>
              </a:extLst>
            </p:cNvPr>
            <p:cNvSpPr/>
            <p:nvPr/>
          </p:nvSpPr>
          <p:spPr>
            <a:xfrm>
              <a:off x="1796414" y="1824989"/>
              <a:ext cx="485139" cy="705485"/>
            </a:xfrm>
            <a:custGeom>
              <a:avLst/>
              <a:gdLst>
                <a:gd name="connsiteX0" fmla="*/ 0 w 485139"/>
                <a:gd name="connsiteY0" fmla="*/ 308610 h 705485"/>
                <a:gd name="connsiteX1" fmla="*/ 308610 w 485139"/>
                <a:gd name="connsiteY1" fmla="*/ 0 h 705485"/>
                <a:gd name="connsiteX2" fmla="*/ 485140 w 485139"/>
                <a:gd name="connsiteY2" fmla="*/ 176530 h 705485"/>
                <a:gd name="connsiteX3" fmla="*/ 396875 w 485139"/>
                <a:gd name="connsiteY3" fmla="*/ 264795 h 705485"/>
                <a:gd name="connsiteX4" fmla="*/ 308610 w 485139"/>
                <a:gd name="connsiteY4" fmla="*/ 176530 h 705485"/>
                <a:gd name="connsiteX5" fmla="*/ 176530 w 485139"/>
                <a:gd name="connsiteY5" fmla="*/ 308610 h 705485"/>
                <a:gd name="connsiteX6" fmla="*/ 485140 w 485139"/>
                <a:gd name="connsiteY6" fmla="*/ 617220 h 705485"/>
                <a:gd name="connsiteX7" fmla="*/ 396875 w 485139"/>
                <a:gd name="connsiteY7" fmla="*/ 705485 h 70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5139" h="705485">
                  <a:moveTo>
                    <a:pt x="0" y="308610"/>
                  </a:moveTo>
                  <a:lnTo>
                    <a:pt x="308610" y="0"/>
                  </a:lnTo>
                  <a:lnTo>
                    <a:pt x="485140" y="176530"/>
                  </a:lnTo>
                  <a:lnTo>
                    <a:pt x="396875" y="264795"/>
                  </a:lnTo>
                  <a:lnTo>
                    <a:pt x="308610" y="176530"/>
                  </a:lnTo>
                  <a:lnTo>
                    <a:pt x="176530" y="308610"/>
                  </a:lnTo>
                  <a:lnTo>
                    <a:pt x="485140" y="617220"/>
                  </a:lnTo>
                  <a:lnTo>
                    <a:pt x="396875" y="70548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6715489-2749-D233-0A4A-656E7616272E}"/>
                </a:ext>
              </a:extLst>
            </p:cNvPr>
            <p:cNvSpPr/>
            <p:nvPr/>
          </p:nvSpPr>
          <p:spPr>
            <a:xfrm>
              <a:off x="2369185" y="2618739"/>
              <a:ext cx="485139" cy="704850"/>
            </a:xfrm>
            <a:custGeom>
              <a:avLst/>
              <a:gdLst>
                <a:gd name="connsiteX0" fmla="*/ 485140 w 485139"/>
                <a:gd name="connsiteY0" fmla="*/ 396240 h 704850"/>
                <a:gd name="connsiteX1" fmla="*/ 176530 w 485139"/>
                <a:gd name="connsiteY1" fmla="*/ 704850 h 704850"/>
                <a:gd name="connsiteX2" fmla="*/ 0 w 485139"/>
                <a:gd name="connsiteY2" fmla="*/ 528320 h 704850"/>
                <a:gd name="connsiteX3" fmla="*/ 88265 w 485139"/>
                <a:gd name="connsiteY3" fmla="*/ 440690 h 704850"/>
                <a:gd name="connsiteX4" fmla="*/ 176530 w 485139"/>
                <a:gd name="connsiteY4" fmla="*/ 528320 h 704850"/>
                <a:gd name="connsiteX5" fmla="*/ 308610 w 485139"/>
                <a:gd name="connsiteY5" fmla="*/ 396240 h 704850"/>
                <a:gd name="connsiteX6" fmla="*/ 0 w 485139"/>
                <a:gd name="connsiteY6" fmla="*/ 87630 h 704850"/>
                <a:gd name="connsiteX7" fmla="*/ 88265 w 485139"/>
                <a:gd name="connsiteY7" fmla="*/ 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5139" h="704850">
                  <a:moveTo>
                    <a:pt x="485140" y="396240"/>
                  </a:moveTo>
                  <a:lnTo>
                    <a:pt x="176530" y="704850"/>
                  </a:lnTo>
                  <a:lnTo>
                    <a:pt x="0" y="528320"/>
                  </a:lnTo>
                  <a:lnTo>
                    <a:pt x="88265" y="440690"/>
                  </a:lnTo>
                  <a:lnTo>
                    <a:pt x="176530" y="528320"/>
                  </a:lnTo>
                  <a:lnTo>
                    <a:pt x="308610" y="396240"/>
                  </a:lnTo>
                  <a:lnTo>
                    <a:pt x="0" y="87630"/>
                  </a:lnTo>
                  <a:lnTo>
                    <a:pt x="8826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B04A2BEC-9B95-FA98-1E6C-14E2E5EC0CD0}"/>
                </a:ext>
              </a:extLst>
            </p:cNvPr>
            <p:cNvSpPr/>
            <p:nvPr/>
          </p:nvSpPr>
          <p:spPr>
            <a:xfrm>
              <a:off x="2148839" y="1824989"/>
              <a:ext cx="705485" cy="705485"/>
            </a:xfrm>
            <a:custGeom>
              <a:avLst/>
              <a:gdLst>
                <a:gd name="connsiteX0" fmla="*/ 0 w 705485"/>
                <a:gd name="connsiteY0" fmla="*/ 396875 h 705485"/>
                <a:gd name="connsiteX1" fmla="*/ 88265 w 705485"/>
                <a:gd name="connsiteY1" fmla="*/ 485140 h 705485"/>
                <a:gd name="connsiteX2" fmla="*/ 176530 w 705485"/>
                <a:gd name="connsiteY2" fmla="*/ 396875 h 705485"/>
                <a:gd name="connsiteX3" fmla="*/ 485140 w 705485"/>
                <a:gd name="connsiteY3" fmla="*/ 705485 h 705485"/>
                <a:gd name="connsiteX4" fmla="*/ 572770 w 705485"/>
                <a:gd name="connsiteY4" fmla="*/ 617220 h 705485"/>
                <a:gd name="connsiteX5" fmla="*/ 264795 w 705485"/>
                <a:gd name="connsiteY5" fmla="*/ 308610 h 705485"/>
                <a:gd name="connsiteX6" fmla="*/ 396875 w 705485"/>
                <a:gd name="connsiteY6" fmla="*/ 176530 h 705485"/>
                <a:gd name="connsiteX7" fmla="*/ 528955 w 705485"/>
                <a:gd name="connsiteY7" fmla="*/ 308610 h 705485"/>
                <a:gd name="connsiteX8" fmla="*/ 440690 w 705485"/>
                <a:gd name="connsiteY8" fmla="*/ 396875 h 705485"/>
                <a:gd name="connsiteX9" fmla="*/ 528955 w 705485"/>
                <a:gd name="connsiteY9" fmla="*/ 485140 h 705485"/>
                <a:gd name="connsiteX10" fmla="*/ 705485 w 705485"/>
                <a:gd name="connsiteY10" fmla="*/ 308610 h 705485"/>
                <a:gd name="connsiteX11" fmla="*/ 396875 w 705485"/>
                <a:gd name="connsiteY11" fmla="*/ 0 h 70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5485" h="705485">
                  <a:moveTo>
                    <a:pt x="0" y="396875"/>
                  </a:moveTo>
                  <a:lnTo>
                    <a:pt x="88265" y="485140"/>
                  </a:lnTo>
                  <a:lnTo>
                    <a:pt x="176530" y="396875"/>
                  </a:lnTo>
                  <a:lnTo>
                    <a:pt x="485140" y="705485"/>
                  </a:lnTo>
                  <a:lnTo>
                    <a:pt x="572770" y="617220"/>
                  </a:lnTo>
                  <a:lnTo>
                    <a:pt x="264795" y="308610"/>
                  </a:lnTo>
                  <a:lnTo>
                    <a:pt x="396875" y="176530"/>
                  </a:lnTo>
                  <a:lnTo>
                    <a:pt x="528955" y="308610"/>
                  </a:lnTo>
                  <a:lnTo>
                    <a:pt x="440690" y="396875"/>
                  </a:lnTo>
                  <a:lnTo>
                    <a:pt x="528955" y="485140"/>
                  </a:lnTo>
                  <a:lnTo>
                    <a:pt x="705485" y="308610"/>
                  </a:lnTo>
                  <a:lnTo>
                    <a:pt x="39687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47CA1A66-FF0E-5A11-39A3-C4BE3A94901C}"/>
                </a:ext>
              </a:extLst>
            </p:cNvPr>
            <p:cNvSpPr/>
            <p:nvPr/>
          </p:nvSpPr>
          <p:spPr>
            <a:xfrm>
              <a:off x="1796414" y="2618739"/>
              <a:ext cx="705485" cy="704850"/>
            </a:xfrm>
            <a:custGeom>
              <a:avLst/>
              <a:gdLst>
                <a:gd name="connsiteX0" fmla="*/ 528955 w 705485"/>
                <a:gd name="connsiteY0" fmla="*/ 308610 h 704850"/>
                <a:gd name="connsiteX1" fmla="*/ 220345 w 705485"/>
                <a:gd name="connsiteY1" fmla="*/ 0 h 704850"/>
                <a:gd name="connsiteX2" fmla="*/ 132080 w 705485"/>
                <a:gd name="connsiteY2" fmla="*/ 87630 h 704850"/>
                <a:gd name="connsiteX3" fmla="*/ 440690 w 705485"/>
                <a:gd name="connsiteY3" fmla="*/ 396240 h 704850"/>
                <a:gd name="connsiteX4" fmla="*/ 308610 w 705485"/>
                <a:gd name="connsiteY4" fmla="*/ 528320 h 704850"/>
                <a:gd name="connsiteX5" fmla="*/ 176530 w 705485"/>
                <a:gd name="connsiteY5" fmla="*/ 396240 h 704850"/>
                <a:gd name="connsiteX6" fmla="*/ 264160 w 705485"/>
                <a:gd name="connsiteY6" fmla="*/ 308610 h 704850"/>
                <a:gd name="connsiteX7" fmla="*/ 176530 w 705485"/>
                <a:gd name="connsiteY7" fmla="*/ 220345 h 704850"/>
                <a:gd name="connsiteX8" fmla="*/ 0 w 705485"/>
                <a:gd name="connsiteY8" fmla="*/ 396240 h 704850"/>
                <a:gd name="connsiteX9" fmla="*/ 308610 w 705485"/>
                <a:gd name="connsiteY9" fmla="*/ 704850 h 704850"/>
                <a:gd name="connsiteX10" fmla="*/ 705485 w 705485"/>
                <a:gd name="connsiteY10" fmla="*/ 308610 h 704850"/>
                <a:gd name="connsiteX11" fmla="*/ 617220 w 705485"/>
                <a:gd name="connsiteY11" fmla="*/ 220345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5485" h="704850">
                  <a:moveTo>
                    <a:pt x="528955" y="308610"/>
                  </a:moveTo>
                  <a:lnTo>
                    <a:pt x="220345" y="0"/>
                  </a:lnTo>
                  <a:lnTo>
                    <a:pt x="132080" y="87630"/>
                  </a:lnTo>
                  <a:lnTo>
                    <a:pt x="440690" y="396240"/>
                  </a:lnTo>
                  <a:lnTo>
                    <a:pt x="308610" y="528320"/>
                  </a:lnTo>
                  <a:lnTo>
                    <a:pt x="176530" y="396240"/>
                  </a:lnTo>
                  <a:lnTo>
                    <a:pt x="264160" y="308610"/>
                  </a:lnTo>
                  <a:lnTo>
                    <a:pt x="176530" y="220345"/>
                  </a:lnTo>
                  <a:lnTo>
                    <a:pt x="0" y="396240"/>
                  </a:lnTo>
                  <a:lnTo>
                    <a:pt x="308610" y="704850"/>
                  </a:lnTo>
                  <a:lnTo>
                    <a:pt x="705485" y="308610"/>
                  </a:lnTo>
                  <a:lnTo>
                    <a:pt x="617220" y="22034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C386C23F-6C7E-DE5A-8A49-C2636517DD0D}"/>
                </a:ext>
              </a:extLst>
            </p:cNvPr>
            <p:cNvSpPr/>
            <p:nvPr/>
          </p:nvSpPr>
          <p:spPr>
            <a:xfrm>
              <a:off x="2148839" y="2398395"/>
              <a:ext cx="353060" cy="352425"/>
            </a:xfrm>
            <a:custGeom>
              <a:avLst/>
              <a:gdLst>
                <a:gd name="connsiteX0" fmla="*/ 88265 w 353060"/>
                <a:gd name="connsiteY0" fmla="*/ 352425 h 352425"/>
                <a:gd name="connsiteX1" fmla="*/ 0 w 353060"/>
                <a:gd name="connsiteY1" fmla="*/ 264160 h 352425"/>
                <a:gd name="connsiteX2" fmla="*/ 264795 w 353060"/>
                <a:gd name="connsiteY2" fmla="*/ 0 h 352425"/>
                <a:gd name="connsiteX3" fmla="*/ 353060 w 353060"/>
                <a:gd name="connsiteY3" fmla="*/ 87630 h 35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060" h="352425">
                  <a:moveTo>
                    <a:pt x="88265" y="352425"/>
                  </a:moveTo>
                  <a:lnTo>
                    <a:pt x="0" y="264160"/>
                  </a:lnTo>
                  <a:lnTo>
                    <a:pt x="264795" y="0"/>
                  </a:lnTo>
                  <a:lnTo>
                    <a:pt x="353060" y="8763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1EDDF98-6CE2-B7EE-1AE4-8D87B61E2FBE}"/>
                </a:ext>
              </a:extLst>
            </p:cNvPr>
            <p:cNvSpPr/>
            <p:nvPr/>
          </p:nvSpPr>
          <p:spPr>
            <a:xfrm>
              <a:off x="2193289" y="1604644"/>
              <a:ext cx="264160" cy="264794"/>
            </a:xfrm>
            <a:custGeom>
              <a:avLst/>
              <a:gdLst>
                <a:gd name="connsiteX0" fmla="*/ 0 w 264160"/>
                <a:gd name="connsiteY0" fmla="*/ 132715 h 264794"/>
                <a:gd name="connsiteX1" fmla="*/ 132080 w 264160"/>
                <a:gd name="connsiteY1" fmla="*/ 264795 h 264794"/>
                <a:gd name="connsiteX2" fmla="*/ 264160 w 264160"/>
                <a:gd name="connsiteY2" fmla="*/ 132715 h 264794"/>
                <a:gd name="connsiteX3" fmla="*/ 132080 w 264160"/>
                <a:gd name="connsiteY3" fmla="*/ 0 h 264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4160" h="264794">
                  <a:moveTo>
                    <a:pt x="0" y="132715"/>
                  </a:moveTo>
                  <a:lnTo>
                    <a:pt x="132080" y="264795"/>
                  </a:lnTo>
                  <a:lnTo>
                    <a:pt x="264160" y="132715"/>
                  </a:lnTo>
                  <a:lnTo>
                    <a:pt x="132080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AA3238E5-56F4-228B-1CBE-9FD4E73C277F}"/>
                </a:ext>
              </a:extLst>
            </p:cNvPr>
            <p:cNvSpPr/>
            <p:nvPr/>
          </p:nvSpPr>
          <p:spPr>
            <a:xfrm>
              <a:off x="2193289" y="3279775"/>
              <a:ext cx="264160" cy="264159"/>
            </a:xfrm>
            <a:custGeom>
              <a:avLst/>
              <a:gdLst>
                <a:gd name="connsiteX0" fmla="*/ 0 w 264160"/>
                <a:gd name="connsiteY0" fmla="*/ 132080 h 264159"/>
                <a:gd name="connsiteX1" fmla="*/ 132080 w 264160"/>
                <a:gd name="connsiteY1" fmla="*/ 264160 h 264159"/>
                <a:gd name="connsiteX2" fmla="*/ 264160 w 264160"/>
                <a:gd name="connsiteY2" fmla="*/ 132080 h 264159"/>
                <a:gd name="connsiteX3" fmla="*/ 132080 w 264160"/>
                <a:gd name="connsiteY3" fmla="*/ 0 h 264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4160" h="264159">
                  <a:moveTo>
                    <a:pt x="0" y="132080"/>
                  </a:moveTo>
                  <a:lnTo>
                    <a:pt x="132080" y="264160"/>
                  </a:lnTo>
                  <a:lnTo>
                    <a:pt x="264160" y="132080"/>
                  </a:lnTo>
                  <a:lnTo>
                    <a:pt x="132080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55CE8A00-355A-67C4-1493-4AADCFC6047A}"/>
                </a:ext>
              </a:extLst>
            </p:cNvPr>
            <p:cNvSpPr/>
            <p:nvPr/>
          </p:nvSpPr>
          <p:spPr>
            <a:xfrm>
              <a:off x="3973195" y="1605280"/>
              <a:ext cx="868679" cy="956309"/>
            </a:xfrm>
            <a:custGeom>
              <a:avLst/>
              <a:gdLst>
                <a:gd name="connsiteX0" fmla="*/ 532765 w 868679"/>
                <a:gd name="connsiteY0" fmla="*/ 416560 h 956309"/>
                <a:gd name="connsiteX1" fmla="*/ 592455 w 868679"/>
                <a:gd name="connsiteY1" fmla="*/ 405765 h 956309"/>
                <a:gd name="connsiteX2" fmla="*/ 610235 w 868679"/>
                <a:gd name="connsiteY2" fmla="*/ 274320 h 956309"/>
                <a:gd name="connsiteX3" fmla="*/ 592455 w 868679"/>
                <a:gd name="connsiteY3" fmla="*/ 140335 h 956309"/>
                <a:gd name="connsiteX4" fmla="*/ 532765 w 868679"/>
                <a:gd name="connsiteY4" fmla="*/ 129540 h 956309"/>
                <a:gd name="connsiteX5" fmla="*/ 274320 w 868679"/>
                <a:gd name="connsiteY5" fmla="*/ 129540 h 956309"/>
                <a:gd name="connsiteX6" fmla="*/ 274320 w 868679"/>
                <a:gd name="connsiteY6" fmla="*/ 416560 h 956309"/>
                <a:gd name="connsiteX7" fmla="*/ 532765 w 868679"/>
                <a:gd name="connsiteY7" fmla="*/ 416560 h 956309"/>
                <a:gd name="connsiteX8" fmla="*/ 759460 w 868679"/>
                <a:gd name="connsiteY8" fmla="*/ 824230 h 956309"/>
                <a:gd name="connsiteX9" fmla="*/ 868680 w 868679"/>
                <a:gd name="connsiteY9" fmla="*/ 824230 h 956309"/>
                <a:gd name="connsiteX10" fmla="*/ 868680 w 868679"/>
                <a:gd name="connsiteY10" fmla="*/ 956310 h 956309"/>
                <a:gd name="connsiteX11" fmla="*/ 730250 w 868679"/>
                <a:gd name="connsiteY11" fmla="*/ 956310 h 956309"/>
                <a:gd name="connsiteX12" fmla="*/ 636270 w 868679"/>
                <a:gd name="connsiteY12" fmla="*/ 930275 h 956309"/>
                <a:gd name="connsiteX13" fmla="*/ 599440 w 868679"/>
                <a:gd name="connsiteY13" fmla="*/ 683895 h 956309"/>
                <a:gd name="connsiteX14" fmla="*/ 569595 w 868679"/>
                <a:gd name="connsiteY14" fmla="*/ 565150 h 956309"/>
                <a:gd name="connsiteX15" fmla="*/ 476885 w 868679"/>
                <a:gd name="connsiteY15" fmla="*/ 539115 h 956309"/>
                <a:gd name="connsiteX16" fmla="*/ 274320 w 868679"/>
                <a:gd name="connsiteY16" fmla="*/ 539115 h 956309"/>
                <a:gd name="connsiteX17" fmla="*/ 274320 w 868679"/>
                <a:gd name="connsiteY17" fmla="*/ 826770 h 956309"/>
                <a:gd name="connsiteX18" fmla="*/ 405765 w 868679"/>
                <a:gd name="connsiteY18" fmla="*/ 826770 h 956309"/>
                <a:gd name="connsiteX19" fmla="*/ 405765 w 868679"/>
                <a:gd name="connsiteY19" fmla="*/ 956310 h 956309"/>
                <a:gd name="connsiteX20" fmla="*/ 0 w 868679"/>
                <a:gd name="connsiteY20" fmla="*/ 956310 h 956309"/>
                <a:gd name="connsiteX21" fmla="*/ 0 w 868679"/>
                <a:gd name="connsiteY21" fmla="*/ 826770 h 956309"/>
                <a:gd name="connsiteX22" fmla="*/ 128270 w 868679"/>
                <a:gd name="connsiteY22" fmla="*/ 826770 h 956309"/>
                <a:gd name="connsiteX23" fmla="*/ 128270 w 868679"/>
                <a:gd name="connsiteY23" fmla="*/ 129540 h 956309"/>
                <a:gd name="connsiteX24" fmla="*/ 0 w 868679"/>
                <a:gd name="connsiteY24" fmla="*/ 129540 h 956309"/>
                <a:gd name="connsiteX25" fmla="*/ 0 w 868679"/>
                <a:gd name="connsiteY25" fmla="*/ 0 h 956309"/>
                <a:gd name="connsiteX26" fmla="*/ 580390 w 868679"/>
                <a:gd name="connsiteY26" fmla="*/ 0 h 956309"/>
                <a:gd name="connsiteX27" fmla="*/ 714375 w 868679"/>
                <a:gd name="connsiteY27" fmla="*/ 39370 h 956309"/>
                <a:gd name="connsiteX28" fmla="*/ 766445 w 868679"/>
                <a:gd name="connsiteY28" fmla="*/ 266700 h 956309"/>
                <a:gd name="connsiteX29" fmla="*/ 617220 w 868679"/>
                <a:gd name="connsiteY29" fmla="*/ 483870 h 956309"/>
                <a:gd name="connsiteX30" fmla="*/ 617220 w 868679"/>
                <a:gd name="connsiteY30" fmla="*/ 486410 h 956309"/>
                <a:gd name="connsiteX31" fmla="*/ 752475 w 868679"/>
                <a:gd name="connsiteY31" fmla="*/ 683260 h 956309"/>
                <a:gd name="connsiteX32" fmla="*/ 759460 w 868679"/>
                <a:gd name="connsiteY32" fmla="*/ 824230 h 95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68679" h="956309">
                  <a:moveTo>
                    <a:pt x="532765" y="416560"/>
                  </a:moveTo>
                  <a:cubicBezTo>
                    <a:pt x="572135" y="416560"/>
                    <a:pt x="585470" y="412115"/>
                    <a:pt x="592455" y="405765"/>
                  </a:cubicBezTo>
                  <a:cubicBezTo>
                    <a:pt x="605155" y="393065"/>
                    <a:pt x="610235" y="372745"/>
                    <a:pt x="610235" y="274320"/>
                  </a:cubicBezTo>
                  <a:cubicBezTo>
                    <a:pt x="610235" y="175895"/>
                    <a:pt x="605155" y="153035"/>
                    <a:pt x="592455" y="140335"/>
                  </a:cubicBezTo>
                  <a:cubicBezTo>
                    <a:pt x="586105" y="133350"/>
                    <a:pt x="572135" y="129540"/>
                    <a:pt x="532765" y="129540"/>
                  </a:cubicBezTo>
                  <a:lnTo>
                    <a:pt x="274320" y="129540"/>
                  </a:lnTo>
                  <a:lnTo>
                    <a:pt x="274320" y="416560"/>
                  </a:lnTo>
                  <a:lnTo>
                    <a:pt x="532765" y="416560"/>
                  </a:lnTo>
                  <a:close/>
                  <a:moveTo>
                    <a:pt x="759460" y="824230"/>
                  </a:moveTo>
                  <a:lnTo>
                    <a:pt x="868680" y="824230"/>
                  </a:lnTo>
                  <a:lnTo>
                    <a:pt x="868680" y="956310"/>
                  </a:lnTo>
                  <a:lnTo>
                    <a:pt x="730250" y="956310"/>
                  </a:lnTo>
                  <a:cubicBezTo>
                    <a:pt x="673100" y="956310"/>
                    <a:pt x="652780" y="946785"/>
                    <a:pt x="636270" y="930275"/>
                  </a:cubicBezTo>
                  <a:cubicBezTo>
                    <a:pt x="615950" y="909955"/>
                    <a:pt x="605155" y="872490"/>
                    <a:pt x="599440" y="683895"/>
                  </a:cubicBezTo>
                  <a:cubicBezTo>
                    <a:pt x="596900" y="607060"/>
                    <a:pt x="587375" y="582295"/>
                    <a:pt x="569595" y="565150"/>
                  </a:cubicBezTo>
                  <a:cubicBezTo>
                    <a:pt x="547370" y="543560"/>
                    <a:pt x="524510" y="539115"/>
                    <a:pt x="476885" y="539115"/>
                  </a:cubicBezTo>
                  <a:lnTo>
                    <a:pt x="274320" y="539115"/>
                  </a:lnTo>
                  <a:lnTo>
                    <a:pt x="274320" y="826770"/>
                  </a:lnTo>
                  <a:lnTo>
                    <a:pt x="405765" y="826770"/>
                  </a:lnTo>
                  <a:lnTo>
                    <a:pt x="405765" y="956310"/>
                  </a:lnTo>
                  <a:lnTo>
                    <a:pt x="0" y="956310"/>
                  </a:lnTo>
                  <a:lnTo>
                    <a:pt x="0" y="826770"/>
                  </a:lnTo>
                  <a:lnTo>
                    <a:pt x="128270" y="826770"/>
                  </a:lnTo>
                  <a:lnTo>
                    <a:pt x="128270" y="129540"/>
                  </a:lnTo>
                  <a:lnTo>
                    <a:pt x="0" y="129540"/>
                  </a:lnTo>
                  <a:lnTo>
                    <a:pt x="0" y="0"/>
                  </a:lnTo>
                  <a:lnTo>
                    <a:pt x="580390" y="0"/>
                  </a:lnTo>
                  <a:cubicBezTo>
                    <a:pt x="643255" y="0"/>
                    <a:pt x="685800" y="10795"/>
                    <a:pt x="714375" y="39370"/>
                  </a:cubicBezTo>
                  <a:cubicBezTo>
                    <a:pt x="751205" y="76200"/>
                    <a:pt x="766445" y="122555"/>
                    <a:pt x="766445" y="266700"/>
                  </a:cubicBezTo>
                  <a:cubicBezTo>
                    <a:pt x="766445" y="434975"/>
                    <a:pt x="726440" y="468630"/>
                    <a:pt x="617220" y="483870"/>
                  </a:cubicBezTo>
                  <a:lnTo>
                    <a:pt x="617220" y="486410"/>
                  </a:lnTo>
                  <a:cubicBezTo>
                    <a:pt x="718185" y="506095"/>
                    <a:pt x="746760" y="544195"/>
                    <a:pt x="752475" y="683260"/>
                  </a:cubicBezTo>
                  <a:cubicBezTo>
                    <a:pt x="753745" y="725170"/>
                    <a:pt x="756920" y="781685"/>
                    <a:pt x="759460" y="82423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BDFD0494-E075-D533-98D1-97CE2D15339C}"/>
                </a:ext>
              </a:extLst>
            </p:cNvPr>
            <p:cNvSpPr/>
            <p:nvPr/>
          </p:nvSpPr>
          <p:spPr>
            <a:xfrm>
              <a:off x="4950459" y="1605280"/>
              <a:ext cx="759460" cy="956309"/>
            </a:xfrm>
            <a:custGeom>
              <a:avLst/>
              <a:gdLst>
                <a:gd name="connsiteX0" fmla="*/ 0 w 759460"/>
                <a:gd name="connsiteY0" fmla="*/ 0 h 956309"/>
                <a:gd name="connsiteX1" fmla="*/ 0 w 759460"/>
                <a:gd name="connsiteY1" fmla="*/ 129540 h 956309"/>
                <a:gd name="connsiteX2" fmla="*/ 127635 w 759460"/>
                <a:gd name="connsiteY2" fmla="*/ 129540 h 956309"/>
                <a:gd name="connsiteX3" fmla="*/ 127635 w 759460"/>
                <a:gd name="connsiteY3" fmla="*/ 826770 h 956309"/>
                <a:gd name="connsiteX4" fmla="*/ 0 w 759460"/>
                <a:gd name="connsiteY4" fmla="*/ 826770 h 956309"/>
                <a:gd name="connsiteX5" fmla="*/ 0 w 759460"/>
                <a:gd name="connsiteY5" fmla="*/ 956310 h 956309"/>
                <a:gd name="connsiteX6" fmla="*/ 759460 w 759460"/>
                <a:gd name="connsiteY6" fmla="*/ 956310 h 956309"/>
                <a:gd name="connsiteX7" fmla="*/ 759460 w 759460"/>
                <a:gd name="connsiteY7" fmla="*/ 647700 h 956309"/>
                <a:gd name="connsiteX8" fmla="*/ 615950 w 759460"/>
                <a:gd name="connsiteY8" fmla="*/ 647700 h 956309"/>
                <a:gd name="connsiteX9" fmla="*/ 615950 w 759460"/>
                <a:gd name="connsiteY9" fmla="*/ 826770 h 956309"/>
                <a:gd name="connsiteX10" fmla="*/ 274320 w 759460"/>
                <a:gd name="connsiteY10" fmla="*/ 826770 h 956309"/>
                <a:gd name="connsiteX11" fmla="*/ 274320 w 759460"/>
                <a:gd name="connsiteY11" fmla="*/ 523240 h 956309"/>
                <a:gd name="connsiteX12" fmla="*/ 531495 w 759460"/>
                <a:gd name="connsiteY12" fmla="*/ 523240 h 956309"/>
                <a:gd name="connsiteX13" fmla="*/ 531495 w 759460"/>
                <a:gd name="connsiteY13" fmla="*/ 397510 h 956309"/>
                <a:gd name="connsiteX14" fmla="*/ 274320 w 759460"/>
                <a:gd name="connsiteY14" fmla="*/ 397510 h 956309"/>
                <a:gd name="connsiteX15" fmla="*/ 274320 w 759460"/>
                <a:gd name="connsiteY15" fmla="*/ 129540 h 956309"/>
                <a:gd name="connsiteX16" fmla="*/ 605155 w 759460"/>
                <a:gd name="connsiteY16" fmla="*/ 129540 h 956309"/>
                <a:gd name="connsiteX17" fmla="*/ 605155 w 759460"/>
                <a:gd name="connsiteY17" fmla="*/ 288290 h 956309"/>
                <a:gd name="connsiteX18" fmla="*/ 748665 w 759460"/>
                <a:gd name="connsiteY18" fmla="*/ 288290 h 956309"/>
                <a:gd name="connsiteX19" fmla="*/ 748665 w 759460"/>
                <a:gd name="connsiteY19" fmla="*/ 0 h 95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59460" h="956309">
                  <a:moveTo>
                    <a:pt x="0" y="0"/>
                  </a:moveTo>
                  <a:lnTo>
                    <a:pt x="0" y="129540"/>
                  </a:lnTo>
                  <a:lnTo>
                    <a:pt x="127635" y="129540"/>
                  </a:lnTo>
                  <a:lnTo>
                    <a:pt x="127635" y="826770"/>
                  </a:lnTo>
                  <a:lnTo>
                    <a:pt x="0" y="826770"/>
                  </a:lnTo>
                  <a:lnTo>
                    <a:pt x="0" y="956310"/>
                  </a:lnTo>
                  <a:lnTo>
                    <a:pt x="759460" y="956310"/>
                  </a:lnTo>
                  <a:lnTo>
                    <a:pt x="759460" y="647700"/>
                  </a:lnTo>
                  <a:lnTo>
                    <a:pt x="615950" y="647700"/>
                  </a:lnTo>
                  <a:lnTo>
                    <a:pt x="615950" y="826770"/>
                  </a:lnTo>
                  <a:lnTo>
                    <a:pt x="274320" y="826770"/>
                  </a:lnTo>
                  <a:lnTo>
                    <a:pt x="274320" y="523240"/>
                  </a:lnTo>
                  <a:lnTo>
                    <a:pt x="531495" y="523240"/>
                  </a:lnTo>
                  <a:lnTo>
                    <a:pt x="531495" y="397510"/>
                  </a:lnTo>
                  <a:lnTo>
                    <a:pt x="274320" y="397510"/>
                  </a:lnTo>
                  <a:lnTo>
                    <a:pt x="274320" y="129540"/>
                  </a:lnTo>
                  <a:lnTo>
                    <a:pt x="605155" y="129540"/>
                  </a:lnTo>
                  <a:lnTo>
                    <a:pt x="605155" y="288290"/>
                  </a:lnTo>
                  <a:lnTo>
                    <a:pt x="748665" y="288290"/>
                  </a:lnTo>
                  <a:lnTo>
                    <a:pt x="74866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0127CBD6-64D6-F353-709F-AD420CB9D5C0}"/>
                </a:ext>
              </a:extLst>
            </p:cNvPr>
            <p:cNvSpPr/>
            <p:nvPr/>
          </p:nvSpPr>
          <p:spPr>
            <a:xfrm>
              <a:off x="5808345" y="1605280"/>
              <a:ext cx="942974" cy="960755"/>
            </a:xfrm>
            <a:custGeom>
              <a:avLst/>
              <a:gdLst>
                <a:gd name="connsiteX0" fmla="*/ 0 w 942974"/>
                <a:gd name="connsiteY0" fmla="*/ 129540 h 960755"/>
                <a:gd name="connsiteX1" fmla="*/ 0 w 942974"/>
                <a:gd name="connsiteY1" fmla="*/ 0 h 960755"/>
                <a:gd name="connsiteX2" fmla="*/ 398145 w 942974"/>
                <a:gd name="connsiteY2" fmla="*/ 0 h 960755"/>
                <a:gd name="connsiteX3" fmla="*/ 398145 w 942974"/>
                <a:gd name="connsiteY3" fmla="*/ 129540 h 960755"/>
                <a:gd name="connsiteX4" fmla="*/ 268605 w 942974"/>
                <a:gd name="connsiteY4" fmla="*/ 129540 h 960755"/>
                <a:gd name="connsiteX5" fmla="*/ 467995 w 942974"/>
                <a:gd name="connsiteY5" fmla="*/ 814705 h 960755"/>
                <a:gd name="connsiteX6" fmla="*/ 488315 w 942974"/>
                <a:gd name="connsiteY6" fmla="*/ 814705 h 960755"/>
                <a:gd name="connsiteX7" fmla="*/ 689610 w 942974"/>
                <a:gd name="connsiteY7" fmla="*/ 129540 h 960755"/>
                <a:gd name="connsiteX8" fmla="*/ 560070 w 942974"/>
                <a:gd name="connsiteY8" fmla="*/ 129540 h 960755"/>
                <a:gd name="connsiteX9" fmla="*/ 560070 w 942974"/>
                <a:gd name="connsiteY9" fmla="*/ 0 h 960755"/>
                <a:gd name="connsiteX10" fmla="*/ 942975 w 942974"/>
                <a:gd name="connsiteY10" fmla="*/ 0 h 960755"/>
                <a:gd name="connsiteX11" fmla="*/ 942975 w 942974"/>
                <a:gd name="connsiteY11" fmla="*/ 129540 h 960755"/>
                <a:gd name="connsiteX12" fmla="*/ 838200 w 942974"/>
                <a:gd name="connsiteY12" fmla="*/ 129540 h 960755"/>
                <a:gd name="connsiteX13" fmla="*/ 591820 w 942974"/>
                <a:gd name="connsiteY13" fmla="*/ 914400 h 960755"/>
                <a:gd name="connsiteX14" fmla="*/ 526415 w 942974"/>
                <a:gd name="connsiteY14" fmla="*/ 960755 h 960755"/>
                <a:gd name="connsiteX15" fmla="*/ 418465 w 942974"/>
                <a:gd name="connsiteY15" fmla="*/ 960755 h 960755"/>
                <a:gd name="connsiteX16" fmla="*/ 352425 w 942974"/>
                <a:gd name="connsiteY16" fmla="*/ 914400 h 960755"/>
                <a:gd name="connsiteX17" fmla="*/ 106680 w 942974"/>
                <a:gd name="connsiteY17" fmla="*/ 129540 h 960755"/>
                <a:gd name="connsiteX18" fmla="*/ 0 w 942974"/>
                <a:gd name="connsiteY18" fmla="*/ 129540 h 960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42974" h="960755">
                  <a:moveTo>
                    <a:pt x="0" y="129540"/>
                  </a:moveTo>
                  <a:lnTo>
                    <a:pt x="0" y="0"/>
                  </a:lnTo>
                  <a:lnTo>
                    <a:pt x="398145" y="0"/>
                  </a:lnTo>
                  <a:lnTo>
                    <a:pt x="398145" y="129540"/>
                  </a:lnTo>
                  <a:lnTo>
                    <a:pt x="268605" y="129540"/>
                  </a:lnTo>
                  <a:lnTo>
                    <a:pt x="467995" y="814705"/>
                  </a:lnTo>
                  <a:lnTo>
                    <a:pt x="488315" y="814705"/>
                  </a:lnTo>
                  <a:lnTo>
                    <a:pt x="689610" y="129540"/>
                  </a:lnTo>
                  <a:lnTo>
                    <a:pt x="560070" y="129540"/>
                  </a:lnTo>
                  <a:lnTo>
                    <a:pt x="560070" y="0"/>
                  </a:lnTo>
                  <a:lnTo>
                    <a:pt x="942975" y="0"/>
                  </a:lnTo>
                  <a:lnTo>
                    <a:pt x="942975" y="129540"/>
                  </a:lnTo>
                  <a:lnTo>
                    <a:pt x="838200" y="129540"/>
                  </a:lnTo>
                  <a:lnTo>
                    <a:pt x="591820" y="914400"/>
                  </a:lnTo>
                  <a:cubicBezTo>
                    <a:pt x="579120" y="952500"/>
                    <a:pt x="567055" y="960755"/>
                    <a:pt x="526415" y="960755"/>
                  </a:cubicBezTo>
                  <a:lnTo>
                    <a:pt x="418465" y="960755"/>
                  </a:lnTo>
                  <a:cubicBezTo>
                    <a:pt x="377190" y="960755"/>
                    <a:pt x="364490" y="952500"/>
                    <a:pt x="352425" y="914400"/>
                  </a:cubicBezTo>
                  <a:lnTo>
                    <a:pt x="106680" y="129540"/>
                  </a:lnTo>
                  <a:lnTo>
                    <a:pt x="0" y="12954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1958A404-9CA4-90A4-0280-7EAF09D1DDA2}"/>
                </a:ext>
              </a:extLst>
            </p:cNvPr>
            <p:cNvSpPr/>
            <p:nvPr/>
          </p:nvSpPr>
          <p:spPr>
            <a:xfrm>
              <a:off x="6649084" y="1600200"/>
              <a:ext cx="949325" cy="961389"/>
            </a:xfrm>
            <a:custGeom>
              <a:avLst/>
              <a:gdLst>
                <a:gd name="connsiteX0" fmla="*/ 336550 w 949325"/>
                <a:gd name="connsiteY0" fmla="*/ 537845 h 961389"/>
                <a:gd name="connsiteX1" fmla="*/ 596265 w 949325"/>
                <a:gd name="connsiteY1" fmla="*/ 537845 h 961389"/>
                <a:gd name="connsiteX2" fmla="*/ 477520 w 949325"/>
                <a:gd name="connsiteY2" fmla="*/ 134620 h 961389"/>
                <a:gd name="connsiteX3" fmla="*/ 457200 w 949325"/>
                <a:gd name="connsiteY3" fmla="*/ 134620 h 961389"/>
                <a:gd name="connsiteX4" fmla="*/ 336550 w 949325"/>
                <a:gd name="connsiteY4" fmla="*/ 537845 h 961389"/>
                <a:gd name="connsiteX5" fmla="*/ 0 w 949325"/>
                <a:gd name="connsiteY5" fmla="*/ 961390 h 961389"/>
                <a:gd name="connsiteX6" fmla="*/ 0 w 949325"/>
                <a:gd name="connsiteY6" fmla="*/ 831215 h 961389"/>
                <a:gd name="connsiteX7" fmla="*/ 104140 w 949325"/>
                <a:gd name="connsiteY7" fmla="*/ 831215 h 961389"/>
                <a:gd name="connsiteX8" fmla="*/ 351790 w 949325"/>
                <a:gd name="connsiteY8" fmla="*/ 46355 h 961389"/>
                <a:gd name="connsiteX9" fmla="*/ 417195 w 949325"/>
                <a:gd name="connsiteY9" fmla="*/ 0 h 961389"/>
                <a:gd name="connsiteX10" fmla="*/ 532130 w 949325"/>
                <a:gd name="connsiteY10" fmla="*/ 0 h 961389"/>
                <a:gd name="connsiteX11" fmla="*/ 597535 w 949325"/>
                <a:gd name="connsiteY11" fmla="*/ 46355 h 961389"/>
                <a:gd name="connsiteX12" fmla="*/ 845185 w 949325"/>
                <a:gd name="connsiteY12" fmla="*/ 831215 h 961389"/>
                <a:gd name="connsiteX13" fmla="*/ 949325 w 949325"/>
                <a:gd name="connsiteY13" fmla="*/ 831215 h 961389"/>
                <a:gd name="connsiteX14" fmla="*/ 949325 w 949325"/>
                <a:gd name="connsiteY14" fmla="*/ 961390 h 961389"/>
                <a:gd name="connsiteX15" fmla="*/ 553085 w 949325"/>
                <a:gd name="connsiteY15" fmla="*/ 961390 h 961389"/>
                <a:gd name="connsiteX16" fmla="*/ 553085 w 949325"/>
                <a:gd name="connsiteY16" fmla="*/ 831215 h 961389"/>
                <a:gd name="connsiteX17" fmla="*/ 683895 w 949325"/>
                <a:gd name="connsiteY17" fmla="*/ 831215 h 961389"/>
                <a:gd name="connsiteX18" fmla="*/ 633730 w 949325"/>
                <a:gd name="connsiteY18" fmla="*/ 660400 h 961389"/>
                <a:gd name="connsiteX19" fmla="*/ 300990 w 949325"/>
                <a:gd name="connsiteY19" fmla="*/ 661670 h 961389"/>
                <a:gd name="connsiteX20" fmla="*/ 250190 w 949325"/>
                <a:gd name="connsiteY20" fmla="*/ 831215 h 961389"/>
                <a:gd name="connsiteX21" fmla="*/ 381635 w 949325"/>
                <a:gd name="connsiteY21" fmla="*/ 831215 h 961389"/>
                <a:gd name="connsiteX22" fmla="*/ 381635 w 949325"/>
                <a:gd name="connsiteY22" fmla="*/ 961390 h 961389"/>
                <a:gd name="connsiteX23" fmla="*/ 0 w 949325"/>
                <a:gd name="connsiteY23" fmla="*/ 961390 h 961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49325" h="961389">
                  <a:moveTo>
                    <a:pt x="336550" y="537845"/>
                  </a:moveTo>
                  <a:lnTo>
                    <a:pt x="596265" y="537845"/>
                  </a:lnTo>
                  <a:lnTo>
                    <a:pt x="477520" y="134620"/>
                  </a:lnTo>
                  <a:lnTo>
                    <a:pt x="457200" y="134620"/>
                  </a:lnTo>
                  <a:lnTo>
                    <a:pt x="336550" y="537845"/>
                  </a:lnTo>
                  <a:close/>
                  <a:moveTo>
                    <a:pt x="0" y="961390"/>
                  </a:moveTo>
                  <a:lnTo>
                    <a:pt x="0" y="831215"/>
                  </a:lnTo>
                  <a:lnTo>
                    <a:pt x="104140" y="831215"/>
                  </a:lnTo>
                  <a:lnTo>
                    <a:pt x="351790" y="46355"/>
                  </a:lnTo>
                  <a:cubicBezTo>
                    <a:pt x="364490" y="7620"/>
                    <a:pt x="376555" y="0"/>
                    <a:pt x="417195" y="0"/>
                  </a:cubicBezTo>
                  <a:lnTo>
                    <a:pt x="532130" y="0"/>
                  </a:lnTo>
                  <a:cubicBezTo>
                    <a:pt x="573405" y="0"/>
                    <a:pt x="585470" y="8255"/>
                    <a:pt x="597535" y="46355"/>
                  </a:cubicBezTo>
                  <a:lnTo>
                    <a:pt x="845185" y="831215"/>
                  </a:lnTo>
                  <a:lnTo>
                    <a:pt x="949325" y="831215"/>
                  </a:lnTo>
                  <a:lnTo>
                    <a:pt x="949325" y="961390"/>
                  </a:lnTo>
                  <a:lnTo>
                    <a:pt x="553085" y="961390"/>
                  </a:lnTo>
                  <a:lnTo>
                    <a:pt x="553085" y="831215"/>
                  </a:lnTo>
                  <a:lnTo>
                    <a:pt x="683895" y="831215"/>
                  </a:lnTo>
                  <a:lnTo>
                    <a:pt x="633730" y="660400"/>
                  </a:lnTo>
                  <a:cubicBezTo>
                    <a:pt x="550545" y="660400"/>
                    <a:pt x="389255" y="661670"/>
                    <a:pt x="300990" y="661670"/>
                  </a:cubicBezTo>
                  <a:lnTo>
                    <a:pt x="250190" y="831215"/>
                  </a:lnTo>
                  <a:lnTo>
                    <a:pt x="381635" y="831215"/>
                  </a:lnTo>
                  <a:lnTo>
                    <a:pt x="381635" y="961390"/>
                  </a:lnTo>
                  <a:lnTo>
                    <a:pt x="0" y="96139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9FA96F0B-A778-8637-AB1D-572E17B4F27A}"/>
                </a:ext>
              </a:extLst>
            </p:cNvPr>
            <p:cNvSpPr/>
            <p:nvPr/>
          </p:nvSpPr>
          <p:spPr>
            <a:xfrm>
              <a:off x="3972559" y="2766060"/>
              <a:ext cx="758190" cy="767714"/>
            </a:xfrm>
            <a:custGeom>
              <a:avLst/>
              <a:gdLst>
                <a:gd name="connsiteX0" fmla="*/ 474980 w 758190"/>
                <a:gd name="connsiteY0" fmla="*/ 60960 h 767714"/>
                <a:gd name="connsiteX1" fmla="*/ 474980 w 758190"/>
                <a:gd name="connsiteY1" fmla="*/ 0 h 767714"/>
                <a:gd name="connsiteX2" fmla="*/ 758190 w 758190"/>
                <a:gd name="connsiteY2" fmla="*/ 0 h 767714"/>
                <a:gd name="connsiteX3" fmla="*/ 758190 w 758190"/>
                <a:gd name="connsiteY3" fmla="*/ 60960 h 767714"/>
                <a:gd name="connsiteX4" fmla="*/ 652145 w 758190"/>
                <a:gd name="connsiteY4" fmla="*/ 60960 h 767714"/>
                <a:gd name="connsiteX5" fmla="*/ 652145 w 758190"/>
                <a:gd name="connsiteY5" fmla="*/ 459740 h 767714"/>
                <a:gd name="connsiteX6" fmla="*/ 599440 w 758190"/>
                <a:gd name="connsiteY6" fmla="*/ 734060 h 767714"/>
                <a:gd name="connsiteX7" fmla="*/ 461645 w 758190"/>
                <a:gd name="connsiteY7" fmla="*/ 767715 h 767714"/>
                <a:gd name="connsiteX8" fmla="*/ 292100 w 758190"/>
                <a:gd name="connsiteY8" fmla="*/ 767715 h 767714"/>
                <a:gd name="connsiteX9" fmla="*/ 158115 w 758190"/>
                <a:gd name="connsiteY9" fmla="*/ 734060 h 767714"/>
                <a:gd name="connsiteX10" fmla="*/ 105410 w 758190"/>
                <a:gd name="connsiteY10" fmla="*/ 459740 h 767714"/>
                <a:gd name="connsiteX11" fmla="*/ 105410 w 758190"/>
                <a:gd name="connsiteY11" fmla="*/ 60960 h 767714"/>
                <a:gd name="connsiteX12" fmla="*/ 0 w 758190"/>
                <a:gd name="connsiteY12" fmla="*/ 60960 h 767714"/>
                <a:gd name="connsiteX13" fmla="*/ 0 w 758190"/>
                <a:gd name="connsiteY13" fmla="*/ 0 h 767714"/>
                <a:gd name="connsiteX14" fmla="*/ 282575 w 758190"/>
                <a:gd name="connsiteY14" fmla="*/ 0 h 767714"/>
                <a:gd name="connsiteX15" fmla="*/ 282575 w 758190"/>
                <a:gd name="connsiteY15" fmla="*/ 60960 h 767714"/>
                <a:gd name="connsiteX16" fmla="*/ 166370 w 758190"/>
                <a:gd name="connsiteY16" fmla="*/ 60960 h 767714"/>
                <a:gd name="connsiteX17" fmla="*/ 166370 w 758190"/>
                <a:gd name="connsiteY17" fmla="*/ 464185 h 767714"/>
                <a:gd name="connsiteX18" fmla="*/ 204470 w 758190"/>
                <a:gd name="connsiteY18" fmla="*/ 683895 h 767714"/>
                <a:gd name="connsiteX19" fmla="*/ 304165 w 758190"/>
                <a:gd name="connsiteY19" fmla="*/ 706755 h 767714"/>
                <a:gd name="connsiteX20" fmla="*/ 453390 w 758190"/>
                <a:gd name="connsiteY20" fmla="*/ 706755 h 767714"/>
                <a:gd name="connsiteX21" fmla="*/ 552450 w 758190"/>
                <a:gd name="connsiteY21" fmla="*/ 683895 h 767714"/>
                <a:gd name="connsiteX22" fmla="*/ 590550 w 758190"/>
                <a:gd name="connsiteY22" fmla="*/ 464185 h 767714"/>
                <a:gd name="connsiteX23" fmla="*/ 590550 w 758190"/>
                <a:gd name="connsiteY23" fmla="*/ 60960 h 767714"/>
                <a:gd name="connsiteX24" fmla="*/ 474980 w 758190"/>
                <a:gd name="connsiteY24" fmla="*/ 6096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58190" h="767714">
                  <a:moveTo>
                    <a:pt x="474980" y="60960"/>
                  </a:moveTo>
                  <a:lnTo>
                    <a:pt x="474980" y="0"/>
                  </a:lnTo>
                  <a:lnTo>
                    <a:pt x="758190" y="0"/>
                  </a:lnTo>
                  <a:lnTo>
                    <a:pt x="758190" y="60960"/>
                  </a:lnTo>
                  <a:lnTo>
                    <a:pt x="652145" y="60960"/>
                  </a:lnTo>
                  <a:lnTo>
                    <a:pt x="652145" y="459740"/>
                  </a:lnTo>
                  <a:cubicBezTo>
                    <a:pt x="652145" y="638175"/>
                    <a:pt x="636905" y="696595"/>
                    <a:pt x="599440" y="734060"/>
                  </a:cubicBezTo>
                  <a:cubicBezTo>
                    <a:pt x="574675" y="758190"/>
                    <a:pt x="537845" y="767715"/>
                    <a:pt x="461645" y="767715"/>
                  </a:cubicBezTo>
                  <a:lnTo>
                    <a:pt x="292100" y="767715"/>
                  </a:lnTo>
                  <a:cubicBezTo>
                    <a:pt x="216535" y="767715"/>
                    <a:pt x="182245" y="758190"/>
                    <a:pt x="158115" y="734060"/>
                  </a:cubicBezTo>
                  <a:cubicBezTo>
                    <a:pt x="120650" y="696595"/>
                    <a:pt x="105410" y="639445"/>
                    <a:pt x="105410" y="459740"/>
                  </a:cubicBezTo>
                  <a:lnTo>
                    <a:pt x="105410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82575" y="0"/>
                  </a:lnTo>
                  <a:lnTo>
                    <a:pt x="282575" y="60960"/>
                  </a:lnTo>
                  <a:lnTo>
                    <a:pt x="166370" y="60960"/>
                  </a:lnTo>
                  <a:lnTo>
                    <a:pt x="166370" y="464185"/>
                  </a:lnTo>
                  <a:cubicBezTo>
                    <a:pt x="166370" y="624205"/>
                    <a:pt x="181610" y="661035"/>
                    <a:pt x="204470" y="683895"/>
                  </a:cubicBezTo>
                  <a:cubicBezTo>
                    <a:pt x="219075" y="698500"/>
                    <a:pt x="238760" y="706755"/>
                    <a:pt x="304165" y="706755"/>
                  </a:cubicBezTo>
                  <a:lnTo>
                    <a:pt x="453390" y="706755"/>
                  </a:lnTo>
                  <a:cubicBezTo>
                    <a:pt x="519430" y="706755"/>
                    <a:pt x="537845" y="697865"/>
                    <a:pt x="552450" y="683895"/>
                  </a:cubicBezTo>
                  <a:cubicBezTo>
                    <a:pt x="576580" y="659765"/>
                    <a:pt x="590550" y="624205"/>
                    <a:pt x="590550" y="464185"/>
                  </a:cubicBezTo>
                  <a:lnTo>
                    <a:pt x="590550" y="60960"/>
                  </a:lnTo>
                  <a:lnTo>
                    <a:pt x="474980" y="6096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4ECA819B-014B-F174-29D5-A1465CF12B4B}"/>
                </a:ext>
              </a:extLst>
            </p:cNvPr>
            <p:cNvSpPr/>
            <p:nvPr/>
          </p:nvSpPr>
          <p:spPr>
            <a:xfrm>
              <a:off x="4796790" y="2766060"/>
              <a:ext cx="740409" cy="768985"/>
            </a:xfrm>
            <a:custGeom>
              <a:avLst/>
              <a:gdLst>
                <a:gd name="connsiteX0" fmla="*/ 579120 w 740409"/>
                <a:gd name="connsiteY0" fmla="*/ 60960 h 768985"/>
                <a:gd name="connsiteX1" fmla="*/ 461645 w 740409"/>
                <a:gd name="connsiteY1" fmla="*/ 60960 h 768985"/>
                <a:gd name="connsiteX2" fmla="*/ 461645 w 740409"/>
                <a:gd name="connsiteY2" fmla="*/ 0 h 768985"/>
                <a:gd name="connsiteX3" fmla="*/ 740410 w 740409"/>
                <a:gd name="connsiteY3" fmla="*/ 0 h 768985"/>
                <a:gd name="connsiteX4" fmla="*/ 740410 w 740409"/>
                <a:gd name="connsiteY4" fmla="*/ 60960 h 768985"/>
                <a:gd name="connsiteX5" fmla="*/ 640715 w 740409"/>
                <a:gd name="connsiteY5" fmla="*/ 60960 h 768985"/>
                <a:gd name="connsiteX6" fmla="*/ 640715 w 740409"/>
                <a:gd name="connsiteY6" fmla="*/ 768985 h 768985"/>
                <a:gd name="connsiteX7" fmla="*/ 568960 w 740409"/>
                <a:gd name="connsiteY7" fmla="*/ 768985 h 768985"/>
                <a:gd name="connsiteX8" fmla="*/ 526415 w 740409"/>
                <a:gd name="connsiteY8" fmla="*/ 742950 h 768985"/>
                <a:gd name="connsiteX9" fmla="*/ 174625 w 740409"/>
                <a:gd name="connsiteY9" fmla="*/ 58420 h 768985"/>
                <a:gd name="connsiteX10" fmla="*/ 163830 w 740409"/>
                <a:gd name="connsiteY10" fmla="*/ 58420 h 768985"/>
                <a:gd name="connsiteX11" fmla="*/ 163830 w 740409"/>
                <a:gd name="connsiteY11" fmla="*/ 720090 h 768985"/>
                <a:gd name="connsiteX12" fmla="*/ 281940 w 740409"/>
                <a:gd name="connsiteY12" fmla="*/ 720090 h 768985"/>
                <a:gd name="connsiteX13" fmla="*/ 281940 w 740409"/>
                <a:gd name="connsiteY13" fmla="*/ 768350 h 768985"/>
                <a:gd name="connsiteX14" fmla="*/ 0 w 740409"/>
                <a:gd name="connsiteY14" fmla="*/ 768350 h 768985"/>
                <a:gd name="connsiteX15" fmla="*/ 0 w 740409"/>
                <a:gd name="connsiteY15" fmla="*/ 720090 h 768985"/>
                <a:gd name="connsiteX16" fmla="*/ 102870 w 740409"/>
                <a:gd name="connsiteY16" fmla="*/ 720090 h 768985"/>
                <a:gd name="connsiteX17" fmla="*/ 102870 w 740409"/>
                <a:gd name="connsiteY17" fmla="*/ 60960 h 768985"/>
                <a:gd name="connsiteX18" fmla="*/ 0 w 740409"/>
                <a:gd name="connsiteY18" fmla="*/ 60960 h 768985"/>
                <a:gd name="connsiteX19" fmla="*/ 0 w 740409"/>
                <a:gd name="connsiteY19" fmla="*/ 0 h 768985"/>
                <a:gd name="connsiteX20" fmla="*/ 183515 w 740409"/>
                <a:gd name="connsiteY20" fmla="*/ 0 h 768985"/>
                <a:gd name="connsiteX21" fmla="*/ 226060 w 740409"/>
                <a:gd name="connsiteY21" fmla="*/ 26035 h 768985"/>
                <a:gd name="connsiteX22" fmla="*/ 574675 w 740409"/>
                <a:gd name="connsiteY22" fmla="*/ 702945 h 768985"/>
                <a:gd name="connsiteX23" fmla="*/ 578485 w 740409"/>
                <a:gd name="connsiteY23" fmla="*/ 702945 h 768985"/>
                <a:gd name="connsiteX24" fmla="*/ 578485 w 740409"/>
                <a:gd name="connsiteY24" fmla="*/ 60960 h 768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40409" h="768985">
                  <a:moveTo>
                    <a:pt x="579120" y="60960"/>
                  </a:moveTo>
                  <a:lnTo>
                    <a:pt x="461645" y="60960"/>
                  </a:lnTo>
                  <a:lnTo>
                    <a:pt x="461645" y="0"/>
                  </a:lnTo>
                  <a:lnTo>
                    <a:pt x="740410" y="0"/>
                  </a:lnTo>
                  <a:lnTo>
                    <a:pt x="740410" y="60960"/>
                  </a:lnTo>
                  <a:lnTo>
                    <a:pt x="640715" y="60960"/>
                  </a:lnTo>
                  <a:lnTo>
                    <a:pt x="640715" y="768985"/>
                  </a:lnTo>
                  <a:lnTo>
                    <a:pt x="568960" y="768985"/>
                  </a:lnTo>
                  <a:cubicBezTo>
                    <a:pt x="544830" y="768985"/>
                    <a:pt x="535940" y="762635"/>
                    <a:pt x="526415" y="742950"/>
                  </a:cubicBezTo>
                  <a:lnTo>
                    <a:pt x="174625" y="58420"/>
                  </a:lnTo>
                  <a:lnTo>
                    <a:pt x="163830" y="58420"/>
                  </a:lnTo>
                  <a:lnTo>
                    <a:pt x="163830" y="720090"/>
                  </a:lnTo>
                  <a:lnTo>
                    <a:pt x="281940" y="720090"/>
                  </a:lnTo>
                  <a:lnTo>
                    <a:pt x="281940" y="768350"/>
                  </a:lnTo>
                  <a:lnTo>
                    <a:pt x="0" y="768350"/>
                  </a:lnTo>
                  <a:lnTo>
                    <a:pt x="0" y="720090"/>
                  </a:lnTo>
                  <a:lnTo>
                    <a:pt x="102870" y="720090"/>
                  </a:lnTo>
                  <a:lnTo>
                    <a:pt x="102870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183515" y="0"/>
                  </a:lnTo>
                  <a:cubicBezTo>
                    <a:pt x="207645" y="0"/>
                    <a:pt x="215900" y="5715"/>
                    <a:pt x="226060" y="26035"/>
                  </a:cubicBezTo>
                  <a:lnTo>
                    <a:pt x="574675" y="702945"/>
                  </a:lnTo>
                  <a:lnTo>
                    <a:pt x="578485" y="702945"/>
                  </a:lnTo>
                  <a:lnTo>
                    <a:pt x="578485" y="6096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7774E789-5C48-F28B-74E8-E5D793D4E8B5}"/>
                </a:ext>
              </a:extLst>
            </p:cNvPr>
            <p:cNvSpPr/>
            <p:nvPr/>
          </p:nvSpPr>
          <p:spPr>
            <a:xfrm>
              <a:off x="5616575" y="2766695"/>
              <a:ext cx="286384" cy="767714"/>
            </a:xfrm>
            <a:custGeom>
              <a:avLst/>
              <a:gdLst>
                <a:gd name="connsiteX0" fmla="*/ 0 w 286384"/>
                <a:gd name="connsiteY0" fmla="*/ 0 h 767714"/>
                <a:gd name="connsiteX1" fmla="*/ 0 w 286384"/>
                <a:gd name="connsiteY1" fmla="*/ 60960 h 767714"/>
                <a:gd name="connsiteX2" fmla="*/ 113030 w 286384"/>
                <a:gd name="connsiteY2" fmla="*/ 60960 h 767714"/>
                <a:gd name="connsiteX3" fmla="*/ 113030 w 286384"/>
                <a:gd name="connsiteY3" fmla="*/ 706755 h 767714"/>
                <a:gd name="connsiteX4" fmla="*/ 0 w 286384"/>
                <a:gd name="connsiteY4" fmla="*/ 706755 h 767714"/>
                <a:gd name="connsiteX5" fmla="*/ 0 w 286384"/>
                <a:gd name="connsiteY5" fmla="*/ 767715 h 767714"/>
                <a:gd name="connsiteX6" fmla="*/ 286385 w 286384"/>
                <a:gd name="connsiteY6" fmla="*/ 767715 h 767714"/>
                <a:gd name="connsiteX7" fmla="*/ 286385 w 286384"/>
                <a:gd name="connsiteY7" fmla="*/ 706755 h 767714"/>
                <a:gd name="connsiteX8" fmla="*/ 174625 w 286384"/>
                <a:gd name="connsiteY8" fmla="*/ 706755 h 767714"/>
                <a:gd name="connsiteX9" fmla="*/ 174625 w 286384"/>
                <a:gd name="connsiteY9" fmla="*/ 60960 h 767714"/>
                <a:gd name="connsiteX10" fmla="*/ 286385 w 286384"/>
                <a:gd name="connsiteY10" fmla="*/ 60960 h 767714"/>
                <a:gd name="connsiteX11" fmla="*/ 286385 w 286384"/>
                <a:gd name="connsiteY11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6384" h="767714">
                  <a:moveTo>
                    <a:pt x="0" y="0"/>
                  </a:moveTo>
                  <a:lnTo>
                    <a:pt x="0" y="60960"/>
                  </a:lnTo>
                  <a:lnTo>
                    <a:pt x="113030" y="60960"/>
                  </a:lnTo>
                  <a:lnTo>
                    <a:pt x="113030" y="706755"/>
                  </a:lnTo>
                  <a:lnTo>
                    <a:pt x="0" y="706755"/>
                  </a:lnTo>
                  <a:lnTo>
                    <a:pt x="0" y="767715"/>
                  </a:lnTo>
                  <a:lnTo>
                    <a:pt x="286385" y="767715"/>
                  </a:lnTo>
                  <a:lnTo>
                    <a:pt x="286385" y="706755"/>
                  </a:lnTo>
                  <a:lnTo>
                    <a:pt x="174625" y="706755"/>
                  </a:lnTo>
                  <a:lnTo>
                    <a:pt x="174625" y="60960"/>
                  </a:lnTo>
                  <a:lnTo>
                    <a:pt x="286385" y="60960"/>
                  </a:lnTo>
                  <a:lnTo>
                    <a:pt x="28638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771FA805-120C-E059-8D3E-32903152E5FE}"/>
                </a:ext>
              </a:extLst>
            </p:cNvPr>
            <p:cNvSpPr/>
            <p:nvPr/>
          </p:nvSpPr>
          <p:spPr>
            <a:xfrm>
              <a:off x="5977890" y="2766060"/>
              <a:ext cx="757554" cy="772794"/>
            </a:xfrm>
            <a:custGeom>
              <a:avLst/>
              <a:gdLst>
                <a:gd name="connsiteX0" fmla="*/ 0 w 757554"/>
                <a:gd name="connsiteY0" fmla="*/ 60960 h 772794"/>
                <a:gd name="connsiteX1" fmla="*/ 0 w 757554"/>
                <a:gd name="connsiteY1" fmla="*/ 0 h 772794"/>
                <a:gd name="connsiteX2" fmla="*/ 273685 w 757554"/>
                <a:gd name="connsiteY2" fmla="*/ 0 h 772794"/>
                <a:gd name="connsiteX3" fmla="*/ 273685 w 757554"/>
                <a:gd name="connsiteY3" fmla="*/ 60960 h 772794"/>
                <a:gd name="connsiteX4" fmla="*/ 167640 w 757554"/>
                <a:gd name="connsiteY4" fmla="*/ 60960 h 772794"/>
                <a:gd name="connsiteX5" fmla="*/ 367665 w 757554"/>
                <a:gd name="connsiteY5" fmla="*/ 707390 h 772794"/>
                <a:gd name="connsiteX6" fmla="*/ 388620 w 757554"/>
                <a:gd name="connsiteY6" fmla="*/ 707390 h 772794"/>
                <a:gd name="connsiteX7" fmla="*/ 589915 w 757554"/>
                <a:gd name="connsiteY7" fmla="*/ 60960 h 772794"/>
                <a:gd name="connsiteX8" fmla="*/ 488315 w 757554"/>
                <a:gd name="connsiteY8" fmla="*/ 60960 h 772794"/>
                <a:gd name="connsiteX9" fmla="*/ 488315 w 757554"/>
                <a:gd name="connsiteY9" fmla="*/ 0 h 772794"/>
                <a:gd name="connsiteX10" fmla="*/ 757555 w 757554"/>
                <a:gd name="connsiteY10" fmla="*/ 0 h 772794"/>
                <a:gd name="connsiteX11" fmla="*/ 757555 w 757554"/>
                <a:gd name="connsiteY11" fmla="*/ 60960 h 772794"/>
                <a:gd name="connsiteX12" fmla="*/ 658495 w 757554"/>
                <a:gd name="connsiteY12" fmla="*/ 60960 h 772794"/>
                <a:gd name="connsiteX13" fmla="*/ 436880 w 757554"/>
                <a:gd name="connsiteY13" fmla="*/ 742950 h 772794"/>
                <a:gd name="connsiteX14" fmla="*/ 393065 w 757554"/>
                <a:gd name="connsiteY14" fmla="*/ 772795 h 772794"/>
                <a:gd name="connsiteX15" fmla="*/ 363220 w 757554"/>
                <a:gd name="connsiteY15" fmla="*/ 772795 h 772794"/>
                <a:gd name="connsiteX16" fmla="*/ 319405 w 757554"/>
                <a:gd name="connsiteY16" fmla="*/ 742950 h 772794"/>
                <a:gd name="connsiteX17" fmla="*/ 99060 w 757554"/>
                <a:gd name="connsiteY17" fmla="*/ 60960 h 772794"/>
                <a:gd name="connsiteX18" fmla="*/ 0 w 757554"/>
                <a:gd name="connsiteY18" fmla="*/ 60960 h 772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57554" h="772794">
                  <a:moveTo>
                    <a:pt x="0" y="60960"/>
                  </a:moveTo>
                  <a:lnTo>
                    <a:pt x="0" y="0"/>
                  </a:lnTo>
                  <a:lnTo>
                    <a:pt x="273685" y="0"/>
                  </a:lnTo>
                  <a:lnTo>
                    <a:pt x="273685" y="60960"/>
                  </a:lnTo>
                  <a:lnTo>
                    <a:pt x="167640" y="60960"/>
                  </a:lnTo>
                  <a:lnTo>
                    <a:pt x="367665" y="707390"/>
                  </a:lnTo>
                  <a:lnTo>
                    <a:pt x="388620" y="707390"/>
                  </a:lnTo>
                  <a:lnTo>
                    <a:pt x="589915" y="60960"/>
                  </a:lnTo>
                  <a:lnTo>
                    <a:pt x="488315" y="60960"/>
                  </a:lnTo>
                  <a:lnTo>
                    <a:pt x="488315" y="0"/>
                  </a:lnTo>
                  <a:lnTo>
                    <a:pt x="757555" y="0"/>
                  </a:lnTo>
                  <a:lnTo>
                    <a:pt x="757555" y="60960"/>
                  </a:lnTo>
                  <a:lnTo>
                    <a:pt x="658495" y="60960"/>
                  </a:lnTo>
                  <a:lnTo>
                    <a:pt x="436880" y="742950"/>
                  </a:lnTo>
                  <a:cubicBezTo>
                    <a:pt x="427355" y="770255"/>
                    <a:pt x="422910" y="772795"/>
                    <a:pt x="393065" y="772795"/>
                  </a:cubicBezTo>
                  <a:lnTo>
                    <a:pt x="363220" y="772795"/>
                  </a:lnTo>
                  <a:cubicBezTo>
                    <a:pt x="334645" y="772795"/>
                    <a:pt x="327025" y="766445"/>
                    <a:pt x="319405" y="742950"/>
                  </a:cubicBezTo>
                  <a:lnTo>
                    <a:pt x="99060" y="60960"/>
                  </a:lnTo>
                  <a:lnTo>
                    <a:pt x="0" y="6096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BE9A1ED8-FCDF-B6A5-D7CB-12BD7FD34844}"/>
                </a:ext>
              </a:extLst>
            </p:cNvPr>
            <p:cNvSpPr/>
            <p:nvPr/>
          </p:nvSpPr>
          <p:spPr>
            <a:xfrm>
              <a:off x="6810375" y="2766695"/>
              <a:ext cx="584200" cy="767714"/>
            </a:xfrm>
            <a:custGeom>
              <a:avLst/>
              <a:gdLst>
                <a:gd name="connsiteX0" fmla="*/ 0 w 584200"/>
                <a:gd name="connsiteY0" fmla="*/ 0 h 767714"/>
                <a:gd name="connsiteX1" fmla="*/ 0 w 584200"/>
                <a:gd name="connsiteY1" fmla="*/ 60960 h 767714"/>
                <a:gd name="connsiteX2" fmla="*/ 103505 w 584200"/>
                <a:gd name="connsiteY2" fmla="*/ 60960 h 767714"/>
                <a:gd name="connsiteX3" fmla="*/ 103505 w 584200"/>
                <a:gd name="connsiteY3" fmla="*/ 706755 h 767714"/>
                <a:gd name="connsiteX4" fmla="*/ 0 w 584200"/>
                <a:gd name="connsiteY4" fmla="*/ 706755 h 767714"/>
                <a:gd name="connsiteX5" fmla="*/ 0 w 584200"/>
                <a:gd name="connsiteY5" fmla="*/ 767715 h 767714"/>
                <a:gd name="connsiteX6" fmla="*/ 584200 w 584200"/>
                <a:gd name="connsiteY6" fmla="*/ 767715 h 767714"/>
                <a:gd name="connsiteX7" fmla="*/ 584200 w 584200"/>
                <a:gd name="connsiteY7" fmla="*/ 604520 h 767714"/>
                <a:gd name="connsiteX8" fmla="*/ 523240 w 584200"/>
                <a:gd name="connsiteY8" fmla="*/ 604520 h 767714"/>
                <a:gd name="connsiteX9" fmla="*/ 523240 w 584200"/>
                <a:gd name="connsiteY9" fmla="*/ 706755 h 767714"/>
                <a:gd name="connsiteX10" fmla="*/ 165735 w 584200"/>
                <a:gd name="connsiteY10" fmla="*/ 706755 h 767714"/>
                <a:gd name="connsiteX11" fmla="*/ 165735 w 584200"/>
                <a:gd name="connsiteY11" fmla="*/ 400050 h 767714"/>
                <a:gd name="connsiteX12" fmla="*/ 433705 w 584200"/>
                <a:gd name="connsiteY12" fmla="*/ 400050 h 767714"/>
                <a:gd name="connsiteX13" fmla="*/ 433705 w 584200"/>
                <a:gd name="connsiteY13" fmla="*/ 339090 h 767714"/>
                <a:gd name="connsiteX14" fmla="*/ 165735 w 584200"/>
                <a:gd name="connsiteY14" fmla="*/ 339090 h 767714"/>
                <a:gd name="connsiteX15" fmla="*/ 165735 w 584200"/>
                <a:gd name="connsiteY15" fmla="*/ 60960 h 767714"/>
                <a:gd name="connsiteX16" fmla="*/ 523240 w 584200"/>
                <a:gd name="connsiteY16" fmla="*/ 60960 h 767714"/>
                <a:gd name="connsiteX17" fmla="*/ 523240 w 584200"/>
                <a:gd name="connsiteY17" fmla="*/ 159385 h 767714"/>
                <a:gd name="connsiteX18" fmla="*/ 584200 w 584200"/>
                <a:gd name="connsiteY18" fmla="*/ 159385 h 767714"/>
                <a:gd name="connsiteX19" fmla="*/ 584200 w 584200"/>
                <a:gd name="connsiteY19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84200" h="767714">
                  <a:moveTo>
                    <a:pt x="0" y="0"/>
                  </a:moveTo>
                  <a:lnTo>
                    <a:pt x="0" y="60960"/>
                  </a:lnTo>
                  <a:lnTo>
                    <a:pt x="103505" y="60960"/>
                  </a:lnTo>
                  <a:lnTo>
                    <a:pt x="103505" y="706755"/>
                  </a:lnTo>
                  <a:lnTo>
                    <a:pt x="0" y="706755"/>
                  </a:lnTo>
                  <a:lnTo>
                    <a:pt x="0" y="767715"/>
                  </a:lnTo>
                  <a:lnTo>
                    <a:pt x="584200" y="767715"/>
                  </a:lnTo>
                  <a:lnTo>
                    <a:pt x="584200" y="604520"/>
                  </a:lnTo>
                  <a:lnTo>
                    <a:pt x="523240" y="604520"/>
                  </a:lnTo>
                  <a:lnTo>
                    <a:pt x="523240" y="706755"/>
                  </a:lnTo>
                  <a:lnTo>
                    <a:pt x="165735" y="706755"/>
                  </a:lnTo>
                  <a:lnTo>
                    <a:pt x="165735" y="400050"/>
                  </a:lnTo>
                  <a:lnTo>
                    <a:pt x="433705" y="400050"/>
                  </a:lnTo>
                  <a:lnTo>
                    <a:pt x="433705" y="339090"/>
                  </a:lnTo>
                  <a:lnTo>
                    <a:pt x="165735" y="339090"/>
                  </a:lnTo>
                  <a:lnTo>
                    <a:pt x="165735" y="60960"/>
                  </a:lnTo>
                  <a:lnTo>
                    <a:pt x="523240" y="60960"/>
                  </a:lnTo>
                  <a:lnTo>
                    <a:pt x="523240" y="159385"/>
                  </a:lnTo>
                  <a:lnTo>
                    <a:pt x="584200" y="159385"/>
                  </a:lnTo>
                  <a:lnTo>
                    <a:pt x="584200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C71E3563-7FBD-DC49-AE56-C5980DA5243B}"/>
                </a:ext>
              </a:extLst>
            </p:cNvPr>
            <p:cNvSpPr/>
            <p:nvPr/>
          </p:nvSpPr>
          <p:spPr>
            <a:xfrm>
              <a:off x="7514590" y="2766695"/>
              <a:ext cx="699769" cy="767714"/>
            </a:xfrm>
            <a:custGeom>
              <a:avLst/>
              <a:gdLst>
                <a:gd name="connsiteX0" fmla="*/ 405130 w 699769"/>
                <a:gd name="connsiteY0" fmla="*/ 360680 h 767714"/>
                <a:gd name="connsiteX1" fmla="*/ 487045 w 699769"/>
                <a:gd name="connsiteY1" fmla="*/ 339090 h 767714"/>
                <a:gd name="connsiteX2" fmla="*/ 521335 w 699769"/>
                <a:gd name="connsiteY2" fmla="*/ 208280 h 767714"/>
                <a:gd name="connsiteX3" fmla="*/ 488315 w 699769"/>
                <a:gd name="connsiteY3" fmla="*/ 80645 h 767714"/>
                <a:gd name="connsiteX4" fmla="*/ 407035 w 699769"/>
                <a:gd name="connsiteY4" fmla="*/ 60960 h 767714"/>
                <a:gd name="connsiteX5" fmla="*/ 165100 w 699769"/>
                <a:gd name="connsiteY5" fmla="*/ 60960 h 767714"/>
                <a:gd name="connsiteX6" fmla="*/ 165100 w 699769"/>
                <a:gd name="connsiteY6" fmla="*/ 360680 h 767714"/>
                <a:gd name="connsiteX7" fmla="*/ 405130 w 699769"/>
                <a:gd name="connsiteY7" fmla="*/ 360680 h 767714"/>
                <a:gd name="connsiteX8" fmla="*/ 589915 w 699769"/>
                <a:gd name="connsiteY8" fmla="*/ 706755 h 767714"/>
                <a:gd name="connsiteX9" fmla="*/ 699770 w 699769"/>
                <a:gd name="connsiteY9" fmla="*/ 706755 h 767714"/>
                <a:gd name="connsiteX10" fmla="*/ 699770 w 699769"/>
                <a:gd name="connsiteY10" fmla="*/ 767715 h 767714"/>
                <a:gd name="connsiteX11" fmla="*/ 582295 w 699769"/>
                <a:gd name="connsiteY11" fmla="*/ 767715 h 767714"/>
                <a:gd name="connsiteX12" fmla="*/ 541655 w 699769"/>
                <a:gd name="connsiteY12" fmla="*/ 756920 h 767714"/>
                <a:gd name="connsiteX13" fmla="*/ 520700 w 699769"/>
                <a:gd name="connsiteY13" fmla="*/ 571500 h 767714"/>
                <a:gd name="connsiteX14" fmla="*/ 491490 w 699769"/>
                <a:gd name="connsiteY14" fmla="*/ 441960 h 767714"/>
                <a:gd name="connsiteX15" fmla="*/ 402590 w 699769"/>
                <a:gd name="connsiteY15" fmla="*/ 421640 h 767714"/>
                <a:gd name="connsiteX16" fmla="*/ 165735 w 699769"/>
                <a:gd name="connsiteY16" fmla="*/ 421640 h 767714"/>
                <a:gd name="connsiteX17" fmla="*/ 165735 w 699769"/>
                <a:gd name="connsiteY17" fmla="*/ 706755 h 767714"/>
                <a:gd name="connsiteX18" fmla="*/ 283210 w 699769"/>
                <a:gd name="connsiteY18" fmla="*/ 706755 h 767714"/>
                <a:gd name="connsiteX19" fmla="*/ 283210 w 699769"/>
                <a:gd name="connsiteY19" fmla="*/ 767715 h 767714"/>
                <a:gd name="connsiteX20" fmla="*/ 0 w 699769"/>
                <a:gd name="connsiteY20" fmla="*/ 767715 h 767714"/>
                <a:gd name="connsiteX21" fmla="*/ 0 w 699769"/>
                <a:gd name="connsiteY21" fmla="*/ 706755 h 767714"/>
                <a:gd name="connsiteX22" fmla="*/ 104775 w 699769"/>
                <a:gd name="connsiteY22" fmla="*/ 706755 h 767714"/>
                <a:gd name="connsiteX23" fmla="*/ 104775 w 699769"/>
                <a:gd name="connsiteY23" fmla="*/ 60960 h 767714"/>
                <a:gd name="connsiteX24" fmla="*/ 0 w 699769"/>
                <a:gd name="connsiteY24" fmla="*/ 60960 h 767714"/>
                <a:gd name="connsiteX25" fmla="*/ 0 w 699769"/>
                <a:gd name="connsiteY25" fmla="*/ 0 h 767714"/>
                <a:gd name="connsiteX26" fmla="*/ 423545 w 699769"/>
                <a:gd name="connsiteY26" fmla="*/ 0 h 767714"/>
                <a:gd name="connsiteX27" fmla="*/ 536575 w 699769"/>
                <a:gd name="connsiteY27" fmla="*/ 33020 h 767714"/>
                <a:gd name="connsiteX28" fmla="*/ 583565 w 699769"/>
                <a:gd name="connsiteY28" fmla="*/ 207645 h 767714"/>
                <a:gd name="connsiteX29" fmla="*/ 478155 w 699769"/>
                <a:gd name="connsiteY29" fmla="*/ 393065 h 767714"/>
                <a:gd name="connsiteX30" fmla="*/ 494665 w 699769"/>
                <a:gd name="connsiteY30" fmla="*/ 395605 h 767714"/>
                <a:gd name="connsiteX31" fmla="*/ 581660 w 699769"/>
                <a:gd name="connsiteY31" fmla="*/ 570865 h 767714"/>
                <a:gd name="connsiteX32" fmla="*/ 589915 w 699769"/>
                <a:gd name="connsiteY32" fmla="*/ 706755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99769" h="767714">
                  <a:moveTo>
                    <a:pt x="405130" y="360680"/>
                  </a:moveTo>
                  <a:cubicBezTo>
                    <a:pt x="450215" y="360680"/>
                    <a:pt x="471805" y="354330"/>
                    <a:pt x="487045" y="339090"/>
                  </a:cubicBezTo>
                  <a:cubicBezTo>
                    <a:pt x="502285" y="323215"/>
                    <a:pt x="521335" y="301625"/>
                    <a:pt x="521335" y="208280"/>
                  </a:cubicBezTo>
                  <a:cubicBezTo>
                    <a:pt x="521335" y="114300"/>
                    <a:pt x="504825" y="97155"/>
                    <a:pt x="488315" y="80645"/>
                  </a:cubicBezTo>
                  <a:cubicBezTo>
                    <a:pt x="473075" y="65405"/>
                    <a:pt x="448945" y="60960"/>
                    <a:pt x="407035" y="60960"/>
                  </a:cubicBezTo>
                  <a:lnTo>
                    <a:pt x="165100" y="60960"/>
                  </a:lnTo>
                  <a:lnTo>
                    <a:pt x="165100" y="360680"/>
                  </a:lnTo>
                  <a:lnTo>
                    <a:pt x="405130" y="360680"/>
                  </a:lnTo>
                  <a:close/>
                  <a:moveTo>
                    <a:pt x="589915" y="706755"/>
                  </a:moveTo>
                  <a:lnTo>
                    <a:pt x="699770" y="706755"/>
                  </a:lnTo>
                  <a:lnTo>
                    <a:pt x="699770" y="767715"/>
                  </a:lnTo>
                  <a:lnTo>
                    <a:pt x="582295" y="767715"/>
                  </a:lnTo>
                  <a:cubicBezTo>
                    <a:pt x="560705" y="767715"/>
                    <a:pt x="549275" y="764540"/>
                    <a:pt x="541655" y="756920"/>
                  </a:cubicBezTo>
                  <a:cubicBezTo>
                    <a:pt x="529590" y="744855"/>
                    <a:pt x="525145" y="728345"/>
                    <a:pt x="520700" y="571500"/>
                  </a:cubicBezTo>
                  <a:cubicBezTo>
                    <a:pt x="517525" y="483235"/>
                    <a:pt x="507365" y="458470"/>
                    <a:pt x="491490" y="441960"/>
                  </a:cubicBezTo>
                  <a:cubicBezTo>
                    <a:pt x="473710" y="422910"/>
                    <a:pt x="449580" y="421640"/>
                    <a:pt x="402590" y="421640"/>
                  </a:cubicBezTo>
                  <a:lnTo>
                    <a:pt x="165735" y="421640"/>
                  </a:lnTo>
                  <a:lnTo>
                    <a:pt x="165735" y="706755"/>
                  </a:lnTo>
                  <a:lnTo>
                    <a:pt x="283210" y="706755"/>
                  </a:lnTo>
                  <a:lnTo>
                    <a:pt x="283210" y="767715"/>
                  </a:lnTo>
                  <a:lnTo>
                    <a:pt x="0" y="767715"/>
                  </a:lnTo>
                  <a:lnTo>
                    <a:pt x="0" y="706755"/>
                  </a:lnTo>
                  <a:lnTo>
                    <a:pt x="104775" y="706755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423545" y="0"/>
                  </a:lnTo>
                  <a:cubicBezTo>
                    <a:pt x="480060" y="0"/>
                    <a:pt x="512445" y="7620"/>
                    <a:pt x="536575" y="33020"/>
                  </a:cubicBezTo>
                  <a:cubicBezTo>
                    <a:pt x="566420" y="62865"/>
                    <a:pt x="583565" y="97790"/>
                    <a:pt x="583565" y="207645"/>
                  </a:cubicBezTo>
                  <a:cubicBezTo>
                    <a:pt x="583565" y="339725"/>
                    <a:pt x="546100" y="375920"/>
                    <a:pt x="478155" y="393065"/>
                  </a:cubicBezTo>
                  <a:lnTo>
                    <a:pt x="494665" y="395605"/>
                  </a:lnTo>
                  <a:cubicBezTo>
                    <a:pt x="565785" y="409575"/>
                    <a:pt x="575945" y="439420"/>
                    <a:pt x="581660" y="570865"/>
                  </a:cubicBezTo>
                  <a:cubicBezTo>
                    <a:pt x="585470" y="671195"/>
                    <a:pt x="586740" y="680085"/>
                    <a:pt x="589915" y="706755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020D826A-4422-0F5B-CBF8-323FA8B8C8B1}"/>
                </a:ext>
              </a:extLst>
            </p:cNvPr>
            <p:cNvSpPr/>
            <p:nvPr/>
          </p:nvSpPr>
          <p:spPr>
            <a:xfrm>
              <a:off x="8322309" y="2764789"/>
              <a:ext cx="547370" cy="769619"/>
            </a:xfrm>
            <a:custGeom>
              <a:avLst/>
              <a:gdLst>
                <a:gd name="connsiteX0" fmla="*/ 501015 w 547370"/>
                <a:gd name="connsiteY0" fmla="*/ 736600 h 769619"/>
                <a:gd name="connsiteX1" fmla="*/ 393700 w 547370"/>
                <a:gd name="connsiteY1" fmla="*/ 769620 h 769619"/>
                <a:gd name="connsiteX2" fmla="*/ 146685 w 547370"/>
                <a:gd name="connsiteY2" fmla="*/ 769620 h 769619"/>
                <a:gd name="connsiteX3" fmla="*/ 39370 w 547370"/>
                <a:gd name="connsiteY3" fmla="*/ 739140 h 769619"/>
                <a:gd name="connsiteX4" fmla="*/ 0 w 547370"/>
                <a:gd name="connsiteY4" fmla="*/ 545465 h 769619"/>
                <a:gd name="connsiteX5" fmla="*/ 60325 w 547370"/>
                <a:gd name="connsiteY5" fmla="*/ 545465 h 769619"/>
                <a:gd name="connsiteX6" fmla="*/ 85725 w 547370"/>
                <a:gd name="connsiteY6" fmla="*/ 687070 h 769619"/>
                <a:gd name="connsiteX7" fmla="*/ 158115 w 547370"/>
                <a:gd name="connsiteY7" fmla="*/ 708025 h 769619"/>
                <a:gd name="connsiteX8" fmla="*/ 387985 w 547370"/>
                <a:gd name="connsiteY8" fmla="*/ 708025 h 769619"/>
                <a:gd name="connsiteX9" fmla="*/ 462915 w 547370"/>
                <a:gd name="connsiteY9" fmla="*/ 685800 h 769619"/>
                <a:gd name="connsiteX10" fmla="*/ 481965 w 547370"/>
                <a:gd name="connsiteY10" fmla="*/ 565785 h 769619"/>
                <a:gd name="connsiteX11" fmla="*/ 465455 w 547370"/>
                <a:gd name="connsiteY11" fmla="*/ 457835 h 769619"/>
                <a:gd name="connsiteX12" fmla="*/ 382270 w 547370"/>
                <a:gd name="connsiteY12" fmla="*/ 433070 h 769619"/>
                <a:gd name="connsiteX13" fmla="*/ 161290 w 547370"/>
                <a:gd name="connsiteY13" fmla="*/ 407670 h 769619"/>
                <a:gd name="connsiteX14" fmla="*/ 46355 w 547370"/>
                <a:gd name="connsiteY14" fmla="*/ 359410 h 769619"/>
                <a:gd name="connsiteX15" fmla="*/ 11430 w 547370"/>
                <a:gd name="connsiteY15" fmla="*/ 201930 h 769619"/>
                <a:gd name="connsiteX16" fmla="*/ 55245 w 547370"/>
                <a:gd name="connsiteY16" fmla="*/ 33020 h 769619"/>
                <a:gd name="connsiteX17" fmla="*/ 161925 w 547370"/>
                <a:gd name="connsiteY17" fmla="*/ 0 h 769619"/>
                <a:gd name="connsiteX18" fmla="*/ 384810 w 547370"/>
                <a:gd name="connsiteY18" fmla="*/ 0 h 769619"/>
                <a:gd name="connsiteX19" fmla="*/ 492125 w 547370"/>
                <a:gd name="connsiteY19" fmla="*/ 30480 h 769619"/>
                <a:gd name="connsiteX20" fmla="*/ 531495 w 547370"/>
                <a:gd name="connsiteY20" fmla="*/ 217170 h 769619"/>
                <a:gd name="connsiteX21" fmla="*/ 470535 w 547370"/>
                <a:gd name="connsiteY21" fmla="*/ 217170 h 769619"/>
                <a:gd name="connsiteX22" fmla="*/ 445135 w 547370"/>
                <a:gd name="connsiteY22" fmla="*/ 81915 h 769619"/>
                <a:gd name="connsiteX23" fmla="*/ 372745 w 547370"/>
                <a:gd name="connsiteY23" fmla="*/ 60960 h 769619"/>
                <a:gd name="connsiteX24" fmla="*/ 176530 w 547370"/>
                <a:gd name="connsiteY24" fmla="*/ 60960 h 769619"/>
                <a:gd name="connsiteX25" fmla="*/ 101600 w 547370"/>
                <a:gd name="connsiteY25" fmla="*/ 82550 h 769619"/>
                <a:gd name="connsiteX26" fmla="*/ 74930 w 547370"/>
                <a:gd name="connsiteY26" fmla="*/ 200660 h 769619"/>
                <a:gd name="connsiteX27" fmla="*/ 99060 w 547370"/>
                <a:gd name="connsiteY27" fmla="*/ 318135 h 769619"/>
                <a:gd name="connsiteX28" fmla="*/ 182880 w 547370"/>
                <a:gd name="connsiteY28" fmla="*/ 342265 h 769619"/>
                <a:gd name="connsiteX29" fmla="*/ 396875 w 547370"/>
                <a:gd name="connsiteY29" fmla="*/ 364490 h 769619"/>
                <a:gd name="connsiteX30" fmla="*/ 511175 w 547370"/>
                <a:gd name="connsiteY30" fmla="*/ 401955 h 769619"/>
                <a:gd name="connsiteX31" fmla="*/ 547370 w 547370"/>
                <a:gd name="connsiteY31" fmla="*/ 565785 h 769619"/>
                <a:gd name="connsiteX32" fmla="*/ 501015 w 547370"/>
                <a:gd name="connsiteY32" fmla="*/ 736600 h 76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47370" h="769619">
                  <a:moveTo>
                    <a:pt x="501015" y="736600"/>
                  </a:moveTo>
                  <a:cubicBezTo>
                    <a:pt x="481330" y="757555"/>
                    <a:pt x="450850" y="769620"/>
                    <a:pt x="393700" y="769620"/>
                  </a:cubicBezTo>
                  <a:lnTo>
                    <a:pt x="146685" y="769620"/>
                  </a:lnTo>
                  <a:cubicBezTo>
                    <a:pt x="92075" y="769620"/>
                    <a:pt x="62230" y="760730"/>
                    <a:pt x="39370" y="739140"/>
                  </a:cubicBezTo>
                  <a:cubicBezTo>
                    <a:pt x="12065" y="710565"/>
                    <a:pt x="0" y="685165"/>
                    <a:pt x="0" y="545465"/>
                  </a:cubicBezTo>
                  <a:lnTo>
                    <a:pt x="60325" y="545465"/>
                  </a:lnTo>
                  <a:cubicBezTo>
                    <a:pt x="61595" y="664210"/>
                    <a:pt x="69215" y="670560"/>
                    <a:pt x="85725" y="687070"/>
                  </a:cubicBezTo>
                  <a:cubicBezTo>
                    <a:pt x="100965" y="702945"/>
                    <a:pt x="120650" y="708025"/>
                    <a:pt x="158115" y="708025"/>
                  </a:cubicBezTo>
                  <a:lnTo>
                    <a:pt x="387985" y="708025"/>
                  </a:lnTo>
                  <a:cubicBezTo>
                    <a:pt x="427990" y="708025"/>
                    <a:pt x="447675" y="701675"/>
                    <a:pt x="462915" y="685800"/>
                  </a:cubicBezTo>
                  <a:cubicBezTo>
                    <a:pt x="481330" y="668020"/>
                    <a:pt x="481965" y="647065"/>
                    <a:pt x="481965" y="565785"/>
                  </a:cubicBezTo>
                  <a:cubicBezTo>
                    <a:pt x="481965" y="482600"/>
                    <a:pt x="485140" y="477520"/>
                    <a:pt x="465455" y="457835"/>
                  </a:cubicBezTo>
                  <a:cubicBezTo>
                    <a:pt x="450850" y="443865"/>
                    <a:pt x="434340" y="441325"/>
                    <a:pt x="382270" y="433070"/>
                  </a:cubicBezTo>
                  <a:lnTo>
                    <a:pt x="161290" y="407670"/>
                  </a:lnTo>
                  <a:cubicBezTo>
                    <a:pt x="94615" y="400685"/>
                    <a:pt x="66040" y="379095"/>
                    <a:pt x="46355" y="359410"/>
                  </a:cubicBezTo>
                  <a:cubicBezTo>
                    <a:pt x="22225" y="335280"/>
                    <a:pt x="11430" y="299720"/>
                    <a:pt x="11430" y="201930"/>
                  </a:cubicBezTo>
                  <a:cubicBezTo>
                    <a:pt x="11430" y="111760"/>
                    <a:pt x="23495" y="64770"/>
                    <a:pt x="55245" y="33020"/>
                  </a:cubicBezTo>
                  <a:cubicBezTo>
                    <a:pt x="76200" y="12065"/>
                    <a:pt x="106045" y="0"/>
                    <a:pt x="161925" y="0"/>
                  </a:cubicBezTo>
                  <a:lnTo>
                    <a:pt x="384810" y="0"/>
                  </a:lnTo>
                  <a:cubicBezTo>
                    <a:pt x="439420" y="0"/>
                    <a:pt x="469265" y="8890"/>
                    <a:pt x="492125" y="30480"/>
                  </a:cubicBezTo>
                  <a:cubicBezTo>
                    <a:pt x="521970" y="60960"/>
                    <a:pt x="530860" y="92075"/>
                    <a:pt x="531495" y="217170"/>
                  </a:cubicBezTo>
                  <a:lnTo>
                    <a:pt x="470535" y="217170"/>
                  </a:lnTo>
                  <a:cubicBezTo>
                    <a:pt x="469265" y="113030"/>
                    <a:pt x="462915" y="99060"/>
                    <a:pt x="445135" y="81915"/>
                  </a:cubicBezTo>
                  <a:cubicBezTo>
                    <a:pt x="429895" y="66675"/>
                    <a:pt x="410210" y="60960"/>
                    <a:pt x="372745" y="60960"/>
                  </a:cubicBezTo>
                  <a:lnTo>
                    <a:pt x="176530" y="60960"/>
                  </a:lnTo>
                  <a:cubicBezTo>
                    <a:pt x="136525" y="60960"/>
                    <a:pt x="116840" y="67310"/>
                    <a:pt x="101600" y="82550"/>
                  </a:cubicBezTo>
                  <a:cubicBezTo>
                    <a:pt x="81280" y="102235"/>
                    <a:pt x="74930" y="128270"/>
                    <a:pt x="74930" y="200660"/>
                  </a:cubicBezTo>
                  <a:cubicBezTo>
                    <a:pt x="74930" y="280670"/>
                    <a:pt x="81280" y="300355"/>
                    <a:pt x="99060" y="318135"/>
                  </a:cubicBezTo>
                  <a:cubicBezTo>
                    <a:pt x="113030" y="332105"/>
                    <a:pt x="132080" y="335280"/>
                    <a:pt x="182880" y="342265"/>
                  </a:cubicBezTo>
                  <a:lnTo>
                    <a:pt x="396875" y="364490"/>
                  </a:lnTo>
                  <a:cubicBezTo>
                    <a:pt x="459105" y="370840"/>
                    <a:pt x="490855" y="382270"/>
                    <a:pt x="511175" y="401955"/>
                  </a:cubicBezTo>
                  <a:cubicBezTo>
                    <a:pt x="535940" y="427355"/>
                    <a:pt x="547370" y="465455"/>
                    <a:pt x="547370" y="565785"/>
                  </a:cubicBezTo>
                  <a:cubicBezTo>
                    <a:pt x="546100" y="665480"/>
                    <a:pt x="532130" y="706120"/>
                    <a:pt x="501015" y="736600"/>
                  </a:cubicBezTo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3AE011BC-8B32-D375-9B1C-9741B1F43596}"/>
                </a:ext>
              </a:extLst>
            </p:cNvPr>
            <p:cNvSpPr/>
            <p:nvPr/>
          </p:nvSpPr>
          <p:spPr>
            <a:xfrm>
              <a:off x="10113009" y="2766695"/>
              <a:ext cx="723265" cy="767714"/>
            </a:xfrm>
            <a:custGeom>
              <a:avLst/>
              <a:gdLst>
                <a:gd name="connsiteX0" fmla="*/ 457835 w 723265"/>
                <a:gd name="connsiteY0" fmla="*/ 0 h 767714"/>
                <a:gd name="connsiteX1" fmla="*/ 457835 w 723265"/>
                <a:gd name="connsiteY1" fmla="*/ 60960 h 767714"/>
                <a:gd name="connsiteX2" fmla="*/ 567690 w 723265"/>
                <a:gd name="connsiteY2" fmla="*/ 60960 h 767714"/>
                <a:gd name="connsiteX3" fmla="*/ 367030 w 723265"/>
                <a:gd name="connsiteY3" fmla="*/ 391160 h 767714"/>
                <a:gd name="connsiteX4" fmla="*/ 361315 w 723265"/>
                <a:gd name="connsiteY4" fmla="*/ 391160 h 767714"/>
                <a:gd name="connsiteX5" fmla="*/ 162560 w 723265"/>
                <a:gd name="connsiteY5" fmla="*/ 60960 h 767714"/>
                <a:gd name="connsiteX6" fmla="*/ 273685 w 723265"/>
                <a:gd name="connsiteY6" fmla="*/ 60960 h 767714"/>
                <a:gd name="connsiteX7" fmla="*/ 273685 w 723265"/>
                <a:gd name="connsiteY7" fmla="*/ 0 h 767714"/>
                <a:gd name="connsiteX8" fmla="*/ 0 w 723265"/>
                <a:gd name="connsiteY8" fmla="*/ 0 h 767714"/>
                <a:gd name="connsiteX9" fmla="*/ 0 w 723265"/>
                <a:gd name="connsiteY9" fmla="*/ 60960 h 767714"/>
                <a:gd name="connsiteX10" fmla="*/ 88900 w 723265"/>
                <a:gd name="connsiteY10" fmla="*/ 60960 h 767714"/>
                <a:gd name="connsiteX11" fmla="*/ 331470 w 723265"/>
                <a:gd name="connsiteY11" fmla="*/ 443865 h 767714"/>
                <a:gd name="connsiteX12" fmla="*/ 331470 w 723265"/>
                <a:gd name="connsiteY12" fmla="*/ 706755 h 767714"/>
                <a:gd name="connsiteX13" fmla="*/ 217805 w 723265"/>
                <a:gd name="connsiteY13" fmla="*/ 706755 h 767714"/>
                <a:gd name="connsiteX14" fmla="*/ 217805 w 723265"/>
                <a:gd name="connsiteY14" fmla="*/ 767715 h 767714"/>
                <a:gd name="connsiteX15" fmla="*/ 504825 w 723265"/>
                <a:gd name="connsiteY15" fmla="*/ 767715 h 767714"/>
                <a:gd name="connsiteX16" fmla="*/ 504825 w 723265"/>
                <a:gd name="connsiteY16" fmla="*/ 706755 h 767714"/>
                <a:gd name="connsiteX17" fmla="*/ 392430 w 723265"/>
                <a:gd name="connsiteY17" fmla="*/ 706755 h 767714"/>
                <a:gd name="connsiteX18" fmla="*/ 392430 w 723265"/>
                <a:gd name="connsiteY18" fmla="*/ 442595 h 767714"/>
                <a:gd name="connsiteX19" fmla="*/ 631825 w 723265"/>
                <a:gd name="connsiteY19" fmla="*/ 60960 h 767714"/>
                <a:gd name="connsiteX20" fmla="*/ 723265 w 723265"/>
                <a:gd name="connsiteY20" fmla="*/ 60960 h 767714"/>
                <a:gd name="connsiteX21" fmla="*/ 723265 w 723265"/>
                <a:gd name="connsiteY21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23265" h="767714">
                  <a:moveTo>
                    <a:pt x="457835" y="0"/>
                  </a:moveTo>
                  <a:lnTo>
                    <a:pt x="457835" y="60960"/>
                  </a:lnTo>
                  <a:lnTo>
                    <a:pt x="567690" y="60960"/>
                  </a:lnTo>
                  <a:lnTo>
                    <a:pt x="367030" y="391160"/>
                  </a:lnTo>
                  <a:lnTo>
                    <a:pt x="361315" y="391160"/>
                  </a:lnTo>
                  <a:lnTo>
                    <a:pt x="162560" y="60960"/>
                  </a:lnTo>
                  <a:lnTo>
                    <a:pt x="273685" y="60960"/>
                  </a:lnTo>
                  <a:lnTo>
                    <a:pt x="273685" y="0"/>
                  </a:lnTo>
                  <a:lnTo>
                    <a:pt x="0" y="0"/>
                  </a:lnTo>
                  <a:lnTo>
                    <a:pt x="0" y="60960"/>
                  </a:lnTo>
                  <a:lnTo>
                    <a:pt x="88900" y="60960"/>
                  </a:lnTo>
                  <a:lnTo>
                    <a:pt x="331470" y="443865"/>
                  </a:lnTo>
                  <a:lnTo>
                    <a:pt x="331470" y="706755"/>
                  </a:lnTo>
                  <a:lnTo>
                    <a:pt x="217805" y="706755"/>
                  </a:lnTo>
                  <a:lnTo>
                    <a:pt x="217805" y="767715"/>
                  </a:lnTo>
                  <a:lnTo>
                    <a:pt x="504825" y="767715"/>
                  </a:lnTo>
                  <a:lnTo>
                    <a:pt x="504825" y="706755"/>
                  </a:lnTo>
                  <a:lnTo>
                    <a:pt x="392430" y="706755"/>
                  </a:lnTo>
                  <a:lnTo>
                    <a:pt x="392430" y="442595"/>
                  </a:lnTo>
                  <a:lnTo>
                    <a:pt x="631825" y="60960"/>
                  </a:lnTo>
                  <a:lnTo>
                    <a:pt x="723265" y="60960"/>
                  </a:lnTo>
                  <a:lnTo>
                    <a:pt x="72326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7D9B776E-F1AB-C19E-A609-430745D42F13}"/>
                </a:ext>
              </a:extLst>
            </p:cNvPr>
            <p:cNvSpPr/>
            <p:nvPr/>
          </p:nvSpPr>
          <p:spPr>
            <a:xfrm>
              <a:off x="9387840" y="2766695"/>
              <a:ext cx="631825" cy="767714"/>
            </a:xfrm>
            <a:custGeom>
              <a:avLst/>
              <a:gdLst>
                <a:gd name="connsiteX0" fmla="*/ 0 w 631825"/>
                <a:gd name="connsiteY0" fmla="*/ 0 h 767714"/>
                <a:gd name="connsiteX1" fmla="*/ 0 w 631825"/>
                <a:gd name="connsiteY1" fmla="*/ 202565 h 767714"/>
                <a:gd name="connsiteX2" fmla="*/ 60960 w 631825"/>
                <a:gd name="connsiteY2" fmla="*/ 202565 h 767714"/>
                <a:gd name="connsiteX3" fmla="*/ 60960 w 631825"/>
                <a:gd name="connsiteY3" fmla="*/ 47625 h 767714"/>
                <a:gd name="connsiteX4" fmla="*/ 285750 w 631825"/>
                <a:gd name="connsiteY4" fmla="*/ 47625 h 767714"/>
                <a:gd name="connsiteX5" fmla="*/ 285750 w 631825"/>
                <a:gd name="connsiteY5" fmla="*/ 706755 h 767714"/>
                <a:gd name="connsiteX6" fmla="*/ 172085 w 631825"/>
                <a:gd name="connsiteY6" fmla="*/ 706755 h 767714"/>
                <a:gd name="connsiteX7" fmla="*/ 172085 w 631825"/>
                <a:gd name="connsiteY7" fmla="*/ 767715 h 767714"/>
                <a:gd name="connsiteX8" fmla="*/ 459105 w 631825"/>
                <a:gd name="connsiteY8" fmla="*/ 767715 h 767714"/>
                <a:gd name="connsiteX9" fmla="*/ 459105 w 631825"/>
                <a:gd name="connsiteY9" fmla="*/ 706755 h 767714"/>
                <a:gd name="connsiteX10" fmla="*/ 346710 w 631825"/>
                <a:gd name="connsiteY10" fmla="*/ 706755 h 767714"/>
                <a:gd name="connsiteX11" fmla="*/ 346710 w 631825"/>
                <a:gd name="connsiteY11" fmla="*/ 47625 h 767714"/>
                <a:gd name="connsiteX12" fmla="*/ 570865 w 631825"/>
                <a:gd name="connsiteY12" fmla="*/ 47625 h 767714"/>
                <a:gd name="connsiteX13" fmla="*/ 570865 w 631825"/>
                <a:gd name="connsiteY13" fmla="*/ 202565 h 767714"/>
                <a:gd name="connsiteX14" fmla="*/ 631825 w 631825"/>
                <a:gd name="connsiteY14" fmla="*/ 202565 h 767714"/>
                <a:gd name="connsiteX15" fmla="*/ 631825 w 631825"/>
                <a:gd name="connsiteY15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31825" h="767714">
                  <a:moveTo>
                    <a:pt x="0" y="0"/>
                  </a:moveTo>
                  <a:lnTo>
                    <a:pt x="0" y="202565"/>
                  </a:lnTo>
                  <a:lnTo>
                    <a:pt x="60960" y="202565"/>
                  </a:lnTo>
                  <a:lnTo>
                    <a:pt x="60960" y="47625"/>
                  </a:lnTo>
                  <a:lnTo>
                    <a:pt x="285750" y="47625"/>
                  </a:lnTo>
                  <a:lnTo>
                    <a:pt x="285750" y="706755"/>
                  </a:lnTo>
                  <a:lnTo>
                    <a:pt x="172085" y="706755"/>
                  </a:lnTo>
                  <a:lnTo>
                    <a:pt x="172085" y="767715"/>
                  </a:lnTo>
                  <a:lnTo>
                    <a:pt x="459105" y="767715"/>
                  </a:lnTo>
                  <a:lnTo>
                    <a:pt x="459105" y="706755"/>
                  </a:lnTo>
                  <a:lnTo>
                    <a:pt x="346710" y="706755"/>
                  </a:lnTo>
                  <a:lnTo>
                    <a:pt x="346710" y="47625"/>
                  </a:lnTo>
                  <a:lnTo>
                    <a:pt x="570865" y="47625"/>
                  </a:lnTo>
                  <a:lnTo>
                    <a:pt x="570865" y="202565"/>
                  </a:lnTo>
                  <a:lnTo>
                    <a:pt x="631825" y="202565"/>
                  </a:lnTo>
                  <a:lnTo>
                    <a:pt x="63182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1F342F1D-1E10-4BD8-C9E3-FBB97666B705}"/>
                </a:ext>
              </a:extLst>
            </p:cNvPr>
            <p:cNvSpPr/>
            <p:nvPr/>
          </p:nvSpPr>
          <p:spPr>
            <a:xfrm>
              <a:off x="8993505" y="2766695"/>
              <a:ext cx="286384" cy="767714"/>
            </a:xfrm>
            <a:custGeom>
              <a:avLst/>
              <a:gdLst>
                <a:gd name="connsiteX0" fmla="*/ 0 w 286384"/>
                <a:gd name="connsiteY0" fmla="*/ 0 h 767714"/>
                <a:gd name="connsiteX1" fmla="*/ 0 w 286384"/>
                <a:gd name="connsiteY1" fmla="*/ 60960 h 767714"/>
                <a:gd name="connsiteX2" fmla="*/ 112395 w 286384"/>
                <a:gd name="connsiteY2" fmla="*/ 60960 h 767714"/>
                <a:gd name="connsiteX3" fmla="*/ 112395 w 286384"/>
                <a:gd name="connsiteY3" fmla="*/ 706755 h 767714"/>
                <a:gd name="connsiteX4" fmla="*/ 0 w 286384"/>
                <a:gd name="connsiteY4" fmla="*/ 706755 h 767714"/>
                <a:gd name="connsiteX5" fmla="*/ 0 w 286384"/>
                <a:gd name="connsiteY5" fmla="*/ 767715 h 767714"/>
                <a:gd name="connsiteX6" fmla="*/ 286385 w 286384"/>
                <a:gd name="connsiteY6" fmla="*/ 767715 h 767714"/>
                <a:gd name="connsiteX7" fmla="*/ 286385 w 286384"/>
                <a:gd name="connsiteY7" fmla="*/ 706755 h 767714"/>
                <a:gd name="connsiteX8" fmla="*/ 173989 w 286384"/>
                <a:gd name="connsiteY8" fmla="*/ 706755 h 767714"/>
                <a:gd name="connsiteX9" fmla="*/ 173989 w 286384"/>
                <a:gd name="connsiteY9" fmla="*/ 60960 h 767714"/>
                <a:gd name="connsiteX10" fmla="*/ 286385 w 286384"/>
                <a:gd name="connsiteY10" fmla="*/ 60960 h 767714"/>
                <a:gd name="connsiteX11" fmla="*/ 286385 w 286384"/>
                <a:gd name="connsiteY11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6384" h="767714">
                  <a:moveTo>
                    <a:pt x="0" y="0"/>
                  </a:moveTo>
                  <a:lnTo>
                    <a:pt x="0" y="60960"/>
                  </a:lnTo>
                  <a:lnTo>
                    <a:pt x="112395" y="60960"/>
                  </a:lnTo>
                  <a:lnTo>
                    <a:pt x="112395" y="706755"/>
                  </a:lnTo>
                  <a:lnTo>
                    <a:pt x="0" y="706755"/>
                  </a:lnTo>
                  <a:lnTo>
                    <a:pt x="0" y="767715"/>
                  </a:lnTo>
                  <a:lnTo>
                    <a:pt x="286385" y="767715"/>
                  </a:lnTo>
                  <a:lnTo>
                    <a:pt x="286385" y="706755"/>
                  </a:lnTo>
                  <a:lnTo>
                    <a:pt x="173989" y="706755"/>
                  </a:lnTo>
                  <a:lnTo>
                    <a:pt x="173989" y="60960"/>
                  </a:lnTo>
                  <a:lnTo>
                    <a:pt x="286385" y="60960"/>
                  </a:lnTo>
                  <a:lnTo>
                    <a:pt x="28638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E6ADFBA2-9947-042E-43B5-70083369E56F}"/>
              </a:ext>
            </a:extLst>
          </p:cNvPr>
          <p:cNvCxnSpPr>
            <a:cxnSpLocks/>
          </p:cNvCxnSpPr>
          <p:nvPr userDrawn="1"/>
        </p:nvCxnSpPr>
        <p:spPr>
          <a:xfrm>
            <a:off x="685674" y="6096000"/>
            <a:ext cx="1082065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7838A179-DC0B-7065-7116-90EF13C87A7D}"/>
              </a:ext>
            </a:extLst>
          </p:cNvPr>
          <p:cNvSpPr txBox="1"/>
          <p:nvPr userDrawn="1"/>
        </p:nvSpPr>
        <p:spPr>
          <a:xfrm>
            <a:off x="598341" y="6157813"/>
            <a:ext cx="109953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chemeClr val="tx1"/>
                </a:solidFill>
              </a:rPr>
              <a:t>race.reva.edu.in					              REVA Academy for Corporate Excellence - RACE</a:t>
            </a:r>
          </a:p>
        </p:txBody>
      </p:sp>
      <p:pic>
        <p:nvPicPr>
          <p:cNvPr id="316" name="Picture 315">
            <a:extLst>
              <a:ext uri="{FF2B5EF4-FFF2-40B4-BE49-F238E27FC236}">
                <a16:creationId xmlns:a16="http://schemas.microsoft.com/office/drawing/2014/main" id="{C1966E90-C818-111B-3414-0FE8640A43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0259" y="1612100"/>
            <a:ext cx="3711482" cy="363379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098246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C11897-8BC6-4790-9AEE-8382E829BD46}" type="datetimeFigureOut">
              <a:rPr lang="en-IN" smtClean="0"/>
              <a:t>06/05/26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C0F12-AD74-495A-AFB9-86B59AC835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798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62" r:id="rId3"/>
    <p:sldLayoutId id="2147483660" r:id="rId4"/>
    <p:sldLayoutId id="2147483655" r:id="rId5"/>
    <p:sldLayoutId id="2147483664" r:id="rId6"/>
    <p:sldLayoutId id="2147483667" r:id="rId7"/>
    <p:sldLayoutId id="2147483679" r:id="rId8"/>
    <p:sldLayoutId id="2147483689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 descr="A person wearing a robot garment&#10;&#10;AI-generated content may be incorrect.">
            <a:extLst>
              <a:ext uri="{FF2B5EF4-FFF2-40B4-BE49-F238E27FC236}">
                <a16:creationId xmlns:a16="http://schemas.microsoft.com/office/drawing/2014/main" id="{605B2AC3-2CD2-7CF4-16D3-306F717EC3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1C2EC02F-A87D-09AD-5102-2CBEBFC1D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4900" y="180814"/>
            <a:ext cx="2272818" cy="63286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80681C3-3CCB-737E-E9DF-A7A443AB046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1" r="57700"/>
          <a:stretch/>
        </p:blipFill>
        <p:spPr>
          <a:xfrm>
            <a:off x="278845" y="180814"/>
            <a:ext cx="3974177" cy="63286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5F23C65-5676-5EFE-D556-9B824C87BFE5}"/>
              </a:ext>
            </a:extLst>
          </p:cNvPr>
          <p:cNvSpPr txBox="1"/>
          <p:nvPr/>
        </p:nvSpPr>
        <p:spPr>
          <a:xfrm>
            <a:off x="278845" y="1215517"/>
            <a:ext cx="79749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CERTIFIED </a:t>
            </a:r>
            <a:br>
              <a:rPr lang="en-IN" sz="14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</a:br>
            <a:r>
              <a:rPr lang="en-IN" sz="3600" b="1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AGENTIC AI </a:t>
            </a:r>
          </a:p>
          <a:p>
            <a:r>
              <a:rPr lang="en-IN" sz="3600" b="1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ENGINEER </a:t>
            </a:r>
            <a:endParaRPr lang="en-IN" sz="3200" b="1" dirty="0">
              <a:solidFill>
                <a:schemeClr val="bg1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64DF191-A11A-DF18-CA76-A22F3A172F57}"/>
              </a:ext>
            </a:extLst>
          </p:cNvPr>
          <p:cNvCxnSpPr>
            <a:cxnSpLocks/>
          </p:cNvCxnSpPr>
          <p:nvPr/>
        </p:nvCxnSpPr>
        <p:spPr>
          <a:xfrm>
            <a:off x="303031" y="6172200"/>
            <a:ext cx="11585939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phic 19">
            <a:extLst>
              <a:ext uri="{FF2B5EF4-FFF2-40B4-BE49-F238E27FC236}">
                <a16:creationId xmlns:a16="http://schemas.microsoft.com/office/drawing/2014/main" id="{6CBE465E-C765-69CA-C6C4-D279EDE3A6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46459" y="6322627"/>
            <a:ext cx="2207869" cy="404776"/>
          </a:xfrm>
          <a:prstGeom prst="rect">
            <a:avLst/>
          </a:prstGeom>
        </p:spPr>
      </p:pic>
      <p:sp>
        <p:nvSpPr>
          <p:cNvPr id="2" name="Text 28">
            <a:extLst>
              <a:ext uri="{FF2B5EF4-FFF2-40B4-BE49-F238E27FC236}">
                <a16:creationId xmlns:a16="http://schemas.microsoft.com/office/drawing/2014/main" id="{5B983309-FBA5-DC02-C07A-A5200410E412}"/>
              </a:ext>
            </a:extLst>
          </p:cNvPr>
          <p:cNvSpPr/>
          <p:nvPr/>
        </p:nvSpPr>
        <p:spPr>
          <a:xfrm>
            <a:off x="303031" y="370581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Project Title:  </a:t>
            </a:r>
            <a:r>
              <a:rPr lang="en-US" sz="16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[Your Project Title Here]</a:t>
            </a:r>
          </a:p>
        </p:txBody>
      </p:sp>
      <p:sp>
        <p:nvSpPr>
          <p:cNvPr id="3" name="Text 29">
            <a:extLst>
              <a:ext uri="{FF2B5EF4-FFF2-40B4-BE49-F238E27FC236}">
                <a16:creationId xmlns:a16="http://schemas.microsoft.com/office/drawing/2014/main" id="{5BCFD9F4-21FD-C568-A81E-0ADC75D98FB5}"/>
              </a:ext>
            </a:extLst>
          </p:cNvPr>
          <p:cNvSpPr/>
          <p:nvPr/>
        </p:nvSpPr>
        <p:spPr>
          <a:xfrm>
            <a:off x="303031" y="4257345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Participant(s): </a:t>
            </a:r>
            <a:r>
              <a:rPr lang="en-US" sz="12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[Name / Team Members]</a:t>
            </a:r>
          </a:p>
        </p:txBody>
      </p:sp>
      <p:sp>
        <p:nvSpPr>
          <p:cNvPr id="4" name="Text 30">
            <a:extLst>
              <a:ext uri="{FF2B5EF4-FFF2-40B4-BE49-F238E27FC236}">
                <a16:creationId xmlns:a16="http://schemas.microsoft.com/office/drawing/2014/main" id="{8202E58D-AA8E-5601-F15F-EA55F2F62D2D}"/>
              </a:ext>
            </a:extLst>
          </p:cNvPr>
          <p:cNvSpPr/>
          <p:nvPr/>
        </p:nvSpPr>
        <p:spPr>
          <a:xfrm>
            <a:off x="303031" y="4711653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Organisation: [</a:t>
            </a:r>
            <a:r>
              <a:rPr lang="en-US" sz="12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Company]</a:t>
            </a:r>
          </a:p>
        </p:txBody>
      </p:sp>
      <p:sp>
        <p:nvSpPr>
          <p:cNvPr id="6" name="Text 32">
            <a:extLst>
              <a:ext uri="{FF2B5EF4-FFF2-40B4-BE49-F238E27FC236}">
                <a16:creationId xmlns:a16="http://schemas.microsoft.com/office/drawing/2014/main" id="{2EB4E5FD-432E-F130-D397-B60E3AD2B152}"/>
              </a:ext>
            </a:extLst>
          </p:cNvPr>
          <p:cNvSpPr/>
          <p:nvPr/>
        </p:nvSpPr>
        <p:spPr>
          <a:xfrm>
            <a:off x="303031" y="571789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Submission Date:  </a:t>
            </a:r>
            <a:r>
              <a:rPr lang="en-US" sz="1200" i="1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[DD Month YYYY]</a:t>
            </a:r>
            <a:endParaRPr lang="en-US" sz="1200" dirty="0">
              <a:solidFill>
                <a:schemeClr val="bg1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090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D14D6-096F-54F2-7EC7-A30E4C674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460BA2-7FE1-7715-B9F3-965B02E01A9F}"/>
              </a:ext>
            </a:extLst>
          </p:cNvPr>
          <p:cNvSpPr/>
          <p:nvPr/>
        </p:nvSpPr>
        <p:spPr>
          <a:xfrm>
            <a:off x="0" y="0"/>
            <a:ext cx="12192000" cy="6854757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4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grpSp>
        <p:nvGrpSpPr>
          <p:cNvPr id="3" name="Graphic 5">
            <a:extLst>
              <a:ext uri="{FF2B5EF4-FFF2-40B4-BE49-F238E27FC236}">
                <a16:creationId xmlns:a16="http://schemas.microsoft.com/office/drawing/2014/main" id="{1ED99AA7-5F23-6533-79A4-951D3786123D}"/>
              </a:ext>
            </a:extLst>
          </p:cNvPr>
          <p:cNvGrpSpPr>
            <a:grpSpLocks noChangeAspect="1"/>
          </p:cNvGrpSpPr>
          <p:nvPr/>
        </p:nvGrpSpPr>
        <p:grpSpPr>
          <a:xfrm>
            <a:off x="9511820" y="468688"/>
            <a:ext cx="2262122" cy="630000"/>
            <a:chOff x="1355725" y="1600200"/>
            <a:chExt cx="9480550" cy="2640329"/>
          </a:xfrm>
          <a:solidFill>
            <a:schemeClr val="tx1"/>
          </a:solidFill>
        </p:grpSpPr>
        <p:sp>
          <p:nvSpPr>
            <p:cNvPr id="4" name="Freeform: Shape 264">
              <a:extLst>
                <a:ext uri="{FF2B5EF4-FFF2-40B4-BE49-F238E27FC236}">
                  <a16:creationId xmlns:a16="http://schemas.microsoft.com/office/drawing/2014/main" id="{97460602-8789-09DF-A0FF-27B51333D611}"/>
                </a:ext>
              </a:extLst>
            </p:cNvPr>
            <p:cNvSpPr/>
            <p:nvPr/>
          </p:nvSpPr>
          <p:spPr>
            <a:xfrm>
              <a:off x="7805419" y="3861434"/>
              <a:ext cx="2991485" cy="379095"/>
            </a:xfrm>
            <a:custGeom>
              <a:avLst/>
              <a:gdLst>
                <a:gd name="connsiteX0" fmla="*/ 1812290 w 2991485"/>
                <a:gd name="connsiteY0" fmla="*/ 266065 h 379095"/>
                <a:gd name="connsiteX1" fmla="*/ 1787525 w 2991485"/>
                <a:gd name="connsiteY1" fmla="*/ 291465 h 379095"/>
                <a:gd name="connsiteX2" fmla="*/ 1752600 w 2991485"/>
                <a:gd name="connsiteY2" fmla="*/ 300355 h 379095"/>
                <a:gd name="connsiteX3" fmla="*/ 1700530 w 2991485"/>
                <a:gd name="connsiteY3" fmla="*/ 278765 h 379095"/>
                <a:gd name="connsiteX4" fmla="*/ 1681480 w 2991485"/>
                <a:gd name="connsiteY4" fmla="*/ 212090 h 379095"/>
                <a:gd name="connsiteX5" fmla="*/ 1681480 w 2991485"/>
                <a:gd name="connsiteY5" fmla="*/ 120650 h 379095"/>
                <a:gd name="connsiteX6" fmla="*/ 1657986 w 2991485"/>
                <a:gd name="connsiteY6" fmla="*/ 115570 h 379095"/>
                <a:gd name="connsiteX7" fmla="*/ 1657986 w 2991485"/>
                <a:gd name="connsiteY7" fmla="*/ 91440 h 379095"/>
                <a:gd name="connsiteX8" fmla="*/ 1681480 w 2991485"/>
                <a:gd name="connsiteY8" fmla="*/ 91440 h 379095"/>
                <a:gd name="connsiteX9" fmla="*/ 1718946 w 2991485"/>
                <a:gd name="connsiteY9" fmla="*/ 91440 h 379095"/>
                <a:gd name="connsiteX10" fmla="*/ 1718946 w 2991485"/>
                <a:gd name="connsiteY10" fmla="*/ 212725 h 379095"/>
                <a:gd name="connsiteX11" fmla="*/ 1728471 w 2991485"/>
                <a:gd name="connsiteY11" fmla="*/ 257810 h 379095"/>
                <a:gd name="connsiteX12" fmla="*/ 1758315 w 2991485"/>
                <a:gd name="connsiteY12" fmla="*/ 269875 h 379095"/>
                <a:gd name="connsiteX13" fmla="*/ 1791336 w 2991485"/>
                <a:gd name="connsiteY13" fmla="*/ 261620 h 379095"/>
                <a:gd name="connsiteX14" fmla="*/ 1811021 w 2991485"/>
                <a:gd name="connsiteY14" fmla="*/ 238760 h 379095"/>
                <a:gd name="connsiteX15" fmla="*/ 1811021 w 2991485"/>
                <a:gd name="connsiteY15" fmla="*/ 120650 h 379095"/>
                <a:gd name="connsiteX16" fmla="*/ 1783715 w 2991485"/>
                <a:gd name="connsiteY16" fmla="*/ 115570 h 379095"/>
                <a:gd name="connsiteX17" fmla="*/ 1783715 w 2991485"/>
                <a:gd name="connsiteY17" fmla="*/ 91440 h 379095"/>
                <a:gd name="connsiteX18" fmla="*/ 1811021 w 2991485"/>
                <a:gd name="connsiteY18" fmla="*/ 91440 h 379095"/>
                <a:gd name="connsiteX19" fmla="*/ 1848486 w 2991485"/>
                <a:gd name="connsiteY19" fmla="*/ 91440 h 379095"/>
                <a:gd name="connsiteX20" fmla="*/ 1848486 w 2991485"/>
                <a:gd name="connsiteY20" fmla="*/ 267335 h 379095"/>
                <a:gd name="connsiteX21" fmla="*/ 1871980 w 2991485"/>
                <a:gd name="connsiteY21" fmla="*/ 272415 h 379095"/>
                <a:gd name="connsiteX22" fmla="*/ 1871980 w 2991485"/>
                <a:gd name="connsiteY22" fmla="*/ 296545 h 379095"/>
                <a:gd name="connsiteX23" fmla="*/ 1814830 w 2991485"/>
                <a:gd name="connsiteY23" fmla="*/ 296545 h 379095"/>
                <a:gd name="connsiteX24" fmla="*/ 1812290 w 2991485"/>
                <a:gd name="connsiteY24" fmla="*/ 266065 h 379095"/>
                <a:gd name="connsiteX25" fmla="*/ 1505586 w 2991485"/>
                <a:gd name="connsiteY25" fmla="*/ 115570 h 379095"/>
                <a:gd name="connsiteX26" fmla="*/ 1505586 w 2991485"/>
                <a:gd name="connsiteY26" fmla="*/ 91440 h 379095"/>
                <a:gd name="connsiteX27" fmla="*/ 1569721 w 2991485"/>
                <a:gd name="connsiteY27" fmla="*/ 91440 h 379095"/>
                <a:gd name="connsiteX28" fmla="*/ 1573530 w 2991485"/>
                <a:gd name="connsiteY28" fmla="*/ 121285 h 379095"/>
                <a:gd name="connsiteX29" fmla="*/ 1595121 w 2991485"/>
                <a:gd name="connsiteY29" fmla="*/ 96520 h 379095"/>
                <a:gd name="connsiteX30" fmla="*/ 1624330 w 2991485"/>
                <a:gd name="connsiteY30" fmla="*/ 87630 h 379095"/>
                <a:gd name="connsiteX31" fmla="*/ 1633221 w 2991485"/>
                <a:gd name="connsiteY31" fmla="*/ 88265 h 379095"/>
                <a:gd name="connsiteX32" fmla="*/ 1640205 w 2991485"/>
                <a:gd name="connsiteY32" fmla="*/ 89535 h 379095"/>
                <a:gd name="connsiteX33" fmla="*/ 1635125 w 2991485"/>
                <a:gd name="connsiteY33" fmla="*/ 124460 h 379095"/>
                <a:gd name="connsiteX34" fmla="*/ 1614171 w 2991485"/>
                <a:gd name="connsiteY34" fmla="*/ 123190 h 379095"/>
                <a:gd name="connsiteX35" fmla="*/ 1589405 w 2991485"/>
                <a:gd name="connsiteY35" fmla="*/ 130175 h 379095"/>
                <a:gd name="connsiteX36" fmla="*/ 1573530 w 2991485"/>
                <a:gd name="connsiteY36" fmla="*/ 149860 h 379095"/>
                <a:gd name="connsiteX37" fmla="*/ 1573530 w 2991485"/>
                <a:gd name="connsiteY37" fmla="*/ 267335 h 379095"/>
                <a:gd name="connsiteX38" fmla="*/ 1604646 w 2991485"/>
                <a:gd name="connsiteY38" fmla="*/ 272415 h 379095"/>
                <a:gd name="connsiteX39" fmla="*/ 1604646 w 2991485"/>
                <a:gd name="connsiteY39" fmla="*/ 296545 h 379095"/>
                <a:gd name="connsiteX40" fmla="*/ 1505586 w 2991485"/>
                <a:gd name="connsiteY40" fmla="*/ 296545 h 379095"/>
                <a:gd name="connsiteX41" fmla="*/ 1505586 w 2991485"/>
                <a:gd name="connsiteY41" fmla="*/ 272415 h 379095"/>
                <a:gd name="connsiteX42" fmla="*/ 1536700 w 2991485"/>
                <a:gd name="connsiteY42" fmla="*/ 267335 h 379095"/>
                <a:gd name="connsiteX43" fmla="*/ 1536700 w 2991485"/>
                <a:gd name="connsiteY43" fmla="*/ 120650 h 379095"/>
                <a:gd name="connsiteX44" fmla="*/ 1505586 w 2991485"/>
                <a:gd name="connsiteY44" fmla="*/ 115570 h 379095"/>
                <a:gd name="connsiteX45" fmla="*/ 1416686 w 2991485"/>
                <a:gd name="connsiteY45" fmla="*/ 266065 h 379095"/>
                <a:gd name="connsiteX46" fmla="*/ 1391921 w 2991485"/>
                <a:gd name="connsiteY46" fmla="*/ 291465 h 379095"/>
                <a:gd name="connsiteX47" fmla="*/ 1356996 w 2991485"/>
                <a:gd name="connsiteY47" fmla="*/ 300355 h 379095"/>
                <a:gd name="connsiteX48" fmla="*/ 1304925 w 2991485"/>
                <a:gd name="connsiteY48" fmla="*/ 278765 h 379095"/>
                <a:gd name="connsiteX49" fmla="*/ 1285875 w 2991485"/>
                <a:gd name="connsiteY49" fmla="*/ 212090 h 379095"/>
                <a:gd name="connsiteX50" fmla="*/ 1285875 w 2991485"/>
                <a:gd name="connsiteY50" fmla="*/ 120650 h 379095"/>
                <a:gd name="connsiteX51" fmla="*/ 1262380 w 2991485"/>
                <a:gd name="connsiteY51" fmla="*/ 115570 h 379095"/>
                <a:gd name="connsiteX52" fmla="*/ 1262380 w 2991485"/>
                <a:gd name="connsiteY52" fmla="*/ 91440 h 379095"/>
                <a:gd name="connsiteX53" fmla="*/ 1285875 w 2991485"/>
                <a:gd name="connsiteY53" fmla="*/ 91440 h 379095"/>
                <a:gd name="connsiteX54" fmla="*/ 1323340 w 2991485"/>
                <a:gd name="connsiteY54" fmla="*/ 91440 h 379095"/>
                <a:gd name="connsiteX55" fmla="*/ 1323340 w 2991485"/>
                <a:gd name="connsiteY55" fmla="*/ 212725 h 379095"/>
                <a:gd name="connsiteX56" fmla="*/ 1332865 w 2991485"/>
                <a:gd name="connsiteY56" fmla="*/ 257810 h 379095"/>
                <a:gd name="connsiteX57" fmla="*/ 1362711 w 2991485"/>
                <a:gd name="connsiteY57" fmla="*/ 269875 h 379095"/>
                <a:gd name="connsiteX58" fmla="*/ 1395730 w 2991485"/>
                <a:gd name="connsiteY58" fmla="*/ 261620 h 379095"/>
                <a:gd name="connsiteX59" fmla="*/ 1415415 w 2991485"/>
                <a:gd name="connsiteY59" fmla="*/ 238760 h 379095"/>
                <a:gd name="connsiteX60" fmla="*/ 1415415 w 2991485"/>
                <a:gd name="connsiteY60" fmla="*/ 120650 h 379095"/>
                <a:gd name="connsiteX61" fmla="*/ 1388111 w 2991485"/>
                <a:gd name="connsiteY61" fmla="*/ 115570 h 379095"/>
                <a:gd name="connsiteX62" fmla="*/ 1388111 w 2991485"/>
                <a:gd name="connsiteY62" fmla="*/ 91440 h 379095"/>
                <a:gd name="connsiteX63" fmla="*/ 1415415 w 2991485"/>
                <a:gd name="connsiteY63" fmla="*/ 91440 h 379095"/>
                <a:gd name="connsiteX64" fmla="*/ 1452880 w 2991485"/>
                <a:gd name="connsiteY64" fmla="*/ 91440 h 379095"/>
                <a:gd name="connsiteX65" fmla="*/ 1452880 w 2991485"/>
                <a:gd name="connsiteY65" fmla="*/ 267335 h 379095"/>
                <a:gd name="connsiteX66" fmla="*/ 1476375 w 2991485"/>
                <a:gd name="connsiteY66" fmla="*/ 272415 h 379095"/>
                <a:gd name="connsiteX67" fmla="*/ 1476375 w 2991485"/>
                <a:gd name="connsiteY67" fmla="*/ 296545 h 379095"/>
                <a:gd name="connsiteX68" fmla="*/ 1419225 w 2991485"/>
                <a:gd name="connsiteY68" fmla="*/ 296545 h 379095"/>
                <a:gd name="connsiteX69" fmla="*/ 1416686 w 2991485"/>
                <a:gd name="connsiteY69" fmla="*/ 266065 h 379095"/>
                <a:gd name="connsiteX70" fmla="*/ 1142365 w 2991485"/>
                <a:gd name="connsiteY70" fmla="*/ 24765 h 379095"/>
                <a:gd name="connsiteX71" fmla="*/ 1142365 w 2991485"/>
                <a:gd name="connsiteY71" fmla="*/ 635 h 379095"/>
                <a:gd name="connsiteX72" fmla="*/ 1210311 w 2991485"/>
                <a:gd name="connsiteY72" fmla="*/ 635 h 379095"/>
                <a:gd name="connsiteX73" fmla="*/ 1210311 w 2991485"/>
                <a:gd name="connsiteY73" fmla="*/ 266700 h 379095"/>
                <a:gd name="connsiteX74" fmla="*/ 1241425 w 2991485"/>
                <a:gd name="connsiteY74" fmla="*/ 271780 h 379095"/>
                <a:gd name="connsiteX75" fmla="*/ 1241425 w 2991485"/>
                <a:gd name="connsiteY75" fmla="*/ 295910 h 379095"/>
                <a:gd name="connsiteX76" fmla="*/ 1142365 w 2991485"/>
                <a:gd name="connsiteY76" fmla="*/ 295910 h 379095"/>
                <a:gd name="connsiteX77" fmla="*/ 1142365 w 2991485"/>
                <a:gd name="connsiteY77" fmla="*/ 272415 h 379095"/>
                <a:gd name="connsiteX78" fmla="*/ 1173480 w 2991485"/>
                <a:gd name="connsiteY78" fmla="*/ 267335 h 379095"/>
                <a:gd name="connsiteX79" fmla="*/ 1173480 w 2991485"/>
                <a:gd name="connsiteY79" fmla="*/ 30480 h 379095"/>
                <a:gd name="connsiteX80" fmla="*/ 1142365 w 2991485"/>
                <a:gd name="connsiteY80" fmla="*/ 24765 h 379095"/>
                <a:gd name="connsiteX81" fmla="*/ 1007745 w 2991485"/>
                <a:gd name="connsiteY81" fmla="*/ 269240 h 379095"/>
                <a:gd name="connsiteX82" fmla="*/ 1041400 w 2991485"/>
                <a:gd name="connsiteY82" fmla="*/ 260350 h 379095"/>
                <a:gd name="connsiteX83" fmla="*/ 1063625 w 2991485"/>
                <a:gd name="connsiteY83" fmla="*/ 238760 h 379095"/>
                <a:gd name="connsiteX84" fmla="*/ 1063625 w 2991485"/>
                <a:gd name="connsiteY84" fmla="*/ 205105 h 379095"/>
                <a:gd name="connsiteX85" fmla="*/ 1023620 w 2991485"/>
                <a:gd name="connsiteY85" fmla="*/ 205105 h 379095"/>
                <a:gd name="connsiteX86" fmla="*/ 987425 w 2991485"/>
                <a:gd name="connsiteY86" fmla="*/ 215900 h 379095"/>
                <a:gd name="connsiteX87" fmla="*/ 974090 w 2991485"/>
                <a:gd name="connsiteY87" fmla="*/ 241935 h 379095"/>
                <a:gd name="connsiteX88" fmla="*/ 982345 w 2991485"/>
                <a:gd name="connsiteY88" fmla="*/ 262255 h 379095"/>
                <a:gd name="connsiteX89" fmla="*/ 1007745 w 2991485"/>
                <a:gd name="connsiteY89" fmla="*/ 269240 h 379095"/>
                <a:gd name="connsiteX90" fmla="*/ 1067436 w 2991485"/>
                <a:gd name="connsiteY90" fmla="*/ 296545 h 379095"/>
                <a:gd name="connsiteX91" fmla="*/ 1064896 w 2991485"/>
                <a:gd name="connsiteY91" fmla="*/ 281305 h 379095"/>
                <a:gd name="connsiteX92" fmla="*/ 1063625 w 2991485"/>
                <a:gd name="connsiteY92" fmla="*/ 267970 h 379095"/>
                <a:gd name="connsiteX93" fmla="*/ 1036320 w 2991485"/>
                <a:gd name="connsiteY93" fmla="*/ 290830 h 379095"/>
                <a:gd name="connsiteX94" fmla="*/ 1002030 w 2991485"/>
                <a:gd name="connsiteY94" fmla="*/ 300355 h 379095"/>
                <a:gd name="connsiteX95" fmla="*/ 953136 w 2991485"/>
                <a:gd name="connsiteY95" fmla="*/ 284480 h 379095"/>
                <a:gd name="connsiteX96" fmla="*/ 936625 w 2991485"/>
                <a:gd name="connsiteY96" fmla="*/ 240665 h 379095"/>
                <a:gd name="connsiteX97" fmla="*/ 960120 w 2991485"/>
                <a:gd name="connsiteY97" fmla="*/ 195580 h 379095"/>
                <a:gd name="connsiteX98" fmla="*/ 1024890 w 2991485"/>
                <a:gd name="connsiteY98" fmla="*/ 179705 h 379095"/>
                <a:gd name="connsiteX99" fmla="*/ 1063625 w 2991485"/>
                <a:gd name="connsiteY99" fmla="*/ 179705 h 379095"/>
                <a:gd name="connsiteX100" fmla="*/ 1063625 w 2991485"/>
                <a:gd name="connsiteY100" fmla="*/ 155575 h 379095"/>
                <a:gd name="connsiteX101" fmla="*/ 1052196 w 2991485"/>
                <a:gd name="connsiteY101" fmla="*/ 127000 h 379095"/>
                <a:gd name="connsiteX102" fmla="*/ 1020445 w 2991485"/>
                <a:gd name="connsiteY102" fmla="*/ 116840 h 379095"/>
                <a:gd name="connsiteX103" fmla="*/ 995680 w 2991485"/>
                <a:gd name="connsiteY103" fmla="*/ 120650 h 379095"/>
                <a:gd name="connsiteX104" fmla="*/ 978536 w 2991485"/>
                <a:gd name="connsiteY104" fmla="*/ 130810 h 379095"/>
                <a:gd name="connsiteX105" fmla="*/ 974725 w 2991485"/>
                <a:gd name="connsiteY105" fmla="*/ 152400 h 379095"/>
                <a:gd name="connsiteX106" fmla="*/ 946150 w 2991485"/>
                <a:gd name="connsiteY106" fmla="*/ 152400 h 379095"/>
                <a:gd name="connsiteX107" fmla="*/ 946150 w 2991485"/>
                <a:gd name="connsiteY107" fmla="*/ 112395 h 379095"/>
                <a:gd name="connsiteX108" fmla="*/ 979805 w 2991485"/>
                <a:gd name="connsiteY108" fmla="*/ 94615 h 379095"/>
                <a:gd name="connsiteX109" fmla="*/ 1022986 w 2991485"/>
                <a:gd name="connsiteY109" fmla="*/ 87630 h 379095"/>
                <a:gd name="connsiteX110" fmla="*/ 1079500 w 2991485"/>
                <a:gd name="connsiteY110" fmla="*/ 105410 h 379095"/>
                <a:gd name="connsiteX111" fmla="*/ 1101090 w 2991485"/>
                <a:gd name="connsiteY111" fmla="*/ 156210 h 379095"/>
                <a:gd name="connsiteX112" fmla="*/ 1101090 w 2991485"/>
                <a:gd name="connsiteY112" fmla="*/ 254635 h 379095"/>
                <a:gd name="connsiteX113" fmla="*/ 1101090 w 2991485"/>
                <a:gd name="connsiteY113" fmla="*/ 262255 h 379095"/>
                <a:gd name="connsiteX114" fmla="*/ 1101725 w 2991485"/>
                <a:gd name="connsiteY114" fmla="*/ 269875 h 379095"/>
                <a:gd name="connsiteX115" fmla="*/ 1116965 w 2991485"/>
                <a:gd name="connsiteY115" fmla="*/ 271780 h 379095"/>
                <a:gd name="connsiteX116" fmla="*/ 1116965 w 2991485"/>
                <a:gd name="connsiteY116" fmla="*/ 295910 h 379095"/>
                <a:gd name="connsiteX117" fmla="*/ 1067436 w 2991485"/>
                <a:gd name="connsiteY117" fmla="*/ 295910 h 379095"/>
                <a:gd name="connsiteX118" fmla="*/ 751840 w 2991485"/>
                <a:gd name="connsiteY118" fmla="*/ 201930 h 379095"/>
                <a:gd name="connsiteX119" fmla="*/ 765175 w 2991485"/>
                <a:gd name="connsiteY119" fmla="*/ 251460 h 379095"/>
                <a:gd name="connsiteX120" fmla="*/ 805180 w 2991485"/>
                <a:gd name="connsiteY120" fmla="*/ 270510 h 379095"/>
                <a:gd name="connsiteX121" fmla="*/ 833120 w 2991485"/>
                <a:gd name="connsiteY121" fmla="*/ 262890 h 379095"/>
                <a:gd name="connsiteX122" fmla="*/ 852170 w 2991485"/>
                <a:gd name="connsiteY122" fmla="*/ 241300 h 379095"/>
                <a:gd name="connsiteX123" fmla="*/ 852170 w 2991485"/>
                <a:gd name="connsiteY123" fmla="*/ 146685 h 379095"/>
                <a:gd name="connsiteX124" fmla="*/ 833120 w 2991485"/>
                <a:gd name="connsiteY124" fmla="*/ 125730 h 379095"/>
                <a:gd name="connsiteX125" fmla="*/ 805180 w 2991485"/>
                <a:gd name="connsiteY125" fmla="*/ 118110 h 379095"/>
                <a:gd name="connsiteX126" fmla="*/ 765175 w 2991485"/>
                <a:gd name="connsiteY126" fmla="*/ 140335 h 379095"/>
                <a:gd name="connsiteX127" fmla="*/ 751840 w 2991485"/>
                <a:gd name="connsiteY127" fmla="*/ 197485 h 379095"/>
                <a:gd name="connsiteX128" fmla="*/ 751840 w 2991485"/>
                <a:gd name="connsiteY128" fmla="*/ 201930 h 379095"/>
                <a:gd name="connsiteX129" fmla="*/ 714375 w 2991485"/>
                <a:gd name="connsiteY129" fmla="*/ 197485 h 379095"/>
                <a:gd name="connsiteX130" fmla="*/ 735965 w 2991485"/>
                <a:gd name="connsiteY130" fmla="*/ 117475 h 379095"/>
                <a:gd name="connsiteX131" fmla="*/ 795655 w 2991485"/>
                <a:gd name="connsiteY131" fmla="*/ 86995 h 379095"/>
                <a:gd name="connsiteX132" fmla="*/ 829311 w 2991485"/>
                <a:gd name="connsiteY132" fmla="*/ 94615 h 379095"/>
                <a:gd name="connsiteX133" fmla="*/ 854075 w 2991485"/>
                <a:gd name="connsiteY133" fmla="*/ 116840 h 379095"/>
                <a:gd name="connsiteX134" fmla="*/ 857250 w 2991485"/>
                <a:gd name="connsiteY134" fmla="*/ 90805 h 379095"/>
                <a:gd name="connsiteX135" fmla="*/ 888365 w 2991485"/>
                <a:gd name="connsiteY135" fmla="*/ 90805 h 379095"/>
                <a:gd name="connsiteX136" fmla="*/ 888365 w 2991485"/>
                <a:gd name="connsiteY136" fmla="*/ 293370 h 379095"/>
                <a:gd name="connsiteX137" fmla="*/ 866140 w 2991485"/>
                <a:gd name="connsiteY137" fmla="*/ 356235 h 379095"/>
                <a:gd name="connsiteX138" fmla="*/ 803275 w 2991485"/>
                <a:gd name="connsiteY138" fmla="*/ 379095 h 379095"/>
                <a:gd name="connsiteX139" fmla="*/ 770890 w 2991485"/>
                <a:gd name="connsiteY139" fmla="*/ 375285 h 379095"/>
                <a:gd name="connsiteX140" fmla="*/ 740411 w 2991485"/>
                <a:gd name="connsiteY140" fmla="*/ 364490 h 379095"/>
                <a:gd name="connsiteX141" fmla="*/ 749936 w 2991485"/>
                <a:gd name="connsiteY141" fmla="*/ 335280 h 379095"/>
                <a:gd name="connsiteX142" fmla="*/ 774700 w 2991485"/>
                <a:gd name="connsiteY142" fmla="*/ 344170 h 379095"/>
                <a:gd name="connsiteX143" fmla="*/ 802640 w 2991485"/>
                <a:gd name="connsiteY143" fmla="*/ 347980 h 379095"/>
                <a:gd name="connsiteX144" fmla="*/ 839470 w 2991485"/>
                <a:gd name="connsiteY144" fmla="*/ 334010 h 379095"/>
                <a:gd name="connsiteX145" fmla="*/ 850900 w 2991485"/>
                <a:gd name="connsiteY145" fmla="*/ 294005 h 379095"/>
                <a:gd name="connsiteX146" fmla="*/ 850900 w 2991485"/>
                <a:gd name="connsiteY146" fmla="*/ 274320 h 379095"/>
                <a:gd name="connsiteX147" fmla="*/ 826770 w 2991485"/>
                <a:gd name="connsiteY147" fmla="*/ 294005 h 379095"/>
                <a:gd name="connsiteX148" fmla="*/ 794386 w 2991485"/>
                <a:gd name="connsiteY148" fmla="*/ 300355 h 379095"/>
                <a:gd name="connsiteX149" fmla="*/ 735330 w 2991485"/>
                <a:gd name="connsiteY149" fmla="*/ 273050 h 379095"/>
                <a:gd name="connsiteX150" fmla="*/ 713740 w 2991485"/>
                <a:gd name="connsiteY150" fmla="*/ 201295 h 379095"/>
                <a:gd name="connsiteX151" fmla="*/ 713740 w 2991485"/>
                <a:gd name="connsiteY151" fmla="*/ 197485 h 379095"/>
                <a:gd name="connsiteX152" fmla="*/ 461011 w 2991485"/>
                <a:gd name="connsiteY152" fmla="*/ 272415 h 379095"/>
                <a:gd name="connsiteX153" fmla="*/ 492125 w 2991485"/>
                <a:gd name="connsiteY153" fmla="*/ 267335 h 379095"/>
                <a:gd name="connsiteX154" fmla="*/ 492125 w 2991485"/>
                <a:gd name="connsiteY154" fmla="*/ 120650 h 379095"/>
                <a:gd name="connsiteX155" fmla="*/ 461011 w 2991485"/>
                <a:gd name="connsiteY155" fmla="*/ 115570 h 379095"/>
                <a:gd name="connsiteX156" fmla="*/ 461011 w 2991485"/>
                <a:gd name="connsiteY156" fmla="*/ 91440 h 379095"/>
                <a:gd name="connsiteX157" fmla="*/ 525145 w 2991485"/>
                <a:gd name="connsiteY157" fmla="*/ 91440 h 379095"/>
                <a:gd name="connsiteX158" fmla="*/ 527686 w 2991485"/>
                <a:gd name="connsiteY158" fmla="*/ 121920 h 379095"/>
                <a:gd name="connsiteX159" fmla="*/ 553086 w 2991485"/>
                <a:gd name="connsiteY159" fmla="*/ 96520 h 379095"/>
                <a:gd name="connsiteX160" fmla="*/ 588011 w 2991485"/>
                <a:gd name="connsiteY160" fmla="*/ 87630 h 379095"/>
                <a:gd name="connsiteX161" fmla="*/ 639445 w 2991485"/>
                <a:gd name="connsiteY161" fmla="*/ 107315 h 379095"/>
                <a:gd name="connsiteX162" fmla="*/ 657861 w 2991485"/>
                <a:gd name="connsiteY162" fmla="*/ 167005 h 379095"/>
                <a:gd name="connsiteX163" fmla="*/ 657861 w 2991485"/>
                <a:gd name="connsiteY163" fmla="*/ 267335 h 379095"/>
                <a:gd name="connsiteX164" fmla="*/ 688975 w 2991485"/>
                <a:gd name="connsiteY164" fmla="*/ 272415 h 379095"/>
                <a:gd name="connsiteX165" fmla="*/ 688975 w 2991485"/>
                <a:gd name="connsiteY165" fmla="*/ 296545 h 379095"/>
                <a:gd name="connsiteX166" fmla="*/ 589915 w 2991485"/>
                <a:gd name="connsiteY166" fmla="*/ 296545 h 379095"/>
                <a:gd name="connsiteX167" fmla="*/ 589915 w 2991485"/>
                <a:gd name="connsiteY167" fmla="*/ 272415 h 379095"/>
                <a:gd name="connsiteX168" fmla="*/ 621030 w 2991485"/>
                <a:gd name="connsiteY168" fmla="*/ 267335 h 379095"/>
                <a:gd name="connsiteX169" fmla="*/ 621030 w 2991485"/>
                <a:gd name="connsiteY169" fmla="*/ 167640 h 379095"/>
                <a:gd name="connsiteX170" fmla="*/ 610236 w 2991485"/>
                <a:gd name="connsiteY170" fmla="*/ 128905 h 379095"/>
                <a:gd name="connsiteX171" fmla="*/ 577850 w 2991485"/>
                <a:gd name="connsiteY171" fmla="*/ 117475 h 379095"/>
                <a:gd name="connsiteX172" fmla="*/ 549275 w 2991485"/>
                <a:gd name="connsiteY172" fmla="*/ 125095 h 379095"/>
                <a:gd name="connsiteX173" fmla="*/ 529590 w 2991485"/>
                <a:gd name="connsiteY173" fmla="*/ 146050 h 379095"/>
                <a:gd name="connsiteX174" fmla="*/ 529590 w 2991485"/>
                <a:gd name="connsiteY174" fmla="*/ 266700 h 379095"/>
                <a:gd name="connsiteX175" fmla="*/ 560705 w 2991485"/>
                <a:gd name="connsiteY175" fmla="*/ 271780 h 379095"/>
                <a:gd name="connsiteX176" fmla="*/ 560705 w 2991485"/>
                <a:gd name="connsiteY176" fmla="*/ 295910 h 379095"/>
                <a:gd name="connsiteX177" fmla="*/ 461645 w 2991485"/>
                <a:gd name="connsiteY177" fmla="*/ 295910 h 379095"/>
                <a:gd name="connsiteX178" fmla="*/ 461645 w 2991485"/>
                <a:gd name="connsiteY178" fmla="*/ 272415 h 379095"/>
                <a:gd name="connsiteX179" fmla="*/ 345440 w 2991485"/>
                <a:gd name="connsiteY179" fmla="*/ 116840 h 379095"/>
                <a:gd name="connsiteX180" fmla="*/ 313690 w 2991485"/>
                <a:gd name="connsiteY180" fmla="*/ 132715 h 379095"/>
                <a:gd name="connsiteX181" fmla="*/ 297180 w 2991485"/>
                <a:gd name="connsiteY181" fmla="*/ 172720 h 379095"/>
                <a:gd name="connsiteX182" fmla="*/ 297815 w 2991485"/>
                <a:gd name="connsiteY182" fmla="*/ 173990 h 379095"/>
                <a:gd name="connsiteX183" fmla="*/ 392430 w 2991485"/>
                <a:gd name="connsiteY183" fmla="*/ 173990 h 379095"/>
                <a:gd name="connsiteX184" fmla="*/ 392430 w 2991485"/>
                <a:gd name="connsiteY184" fmla="*/ 168910 h 379095"/>
                <a:gd name="connsiteX185" fmla="*/ 380365 w 2991485"/>
                <a:gd name="connsiteY185" fmla="*/ 132080 h 379095"/>
                <a:gd name="connsiteX186" fmla="*/ 345440 w 2991485"/>
                <a:gd name="connsiteY186" fmla="*/ 116840 h 379095"/>
                <a:gd name="connsiteX187" fmla="*/ 351155 w 2991485"/>
                <a:gd name="connsiteY187" fmla="*/ 300355 h 379095"/>
                <a:gd name="connsiteX188" fmla="*/ 283211 w 2991485"/>
                <a:gd name="connsiteY188" fmla="*/ 271780 h 379095"/>
                <a:gd name="connsiteX189" fmla="*/ 257811 w 2991485"/>
                <a:gd name="connsiteY189" fmla="*/ 198120 h 379095"/>
                <a:gd name="connsiteX190" fmla="*/ 257811 w 2991485"/>
                <a:gd name="connsiteY190" fmla="*/ 189865 h 379095"/>
                <a:gd name="connsiteX191" fmla="*/ 283845 w 2991485"/>
                <a:gd name="connsiteY191" fmla="*/ 116840 h 379095"/>
                <a:gd name="connsiteX192" fmla="*/ 345440 w 2991485"/>
                <a:gd name="connsiteY192" fmla="*/ 87630 h 379095"/>
                <a:gd name="connsiteX193" fmla="*/ 408305 w 2991485"/>
                <a:gd name="connsiteY193" fmla="*/ 112395 h 379095"/>
                <a:gd name="connsiteX194" fmla="*/ 429895 w 2991485"/>
                <a:gd name="connsiteY194" fmla="*/ 179070 h 379095"/>
                <a:gd name="connsiteX195" fmla="*/ 429895 w 2991485"/>
                <a:gd name="connsiteY195" fmla="*/ 202565 h 379095"/>
                <a:gd name="connsiteX196" fmla="*/ 297180 w 2991485"/>
                <a:gd name="connsiteY196" fmla="*/ 202565 h 379095"/>
                <a:gd name="connsiteX197" fmla="*/ 296545 w 2991485"/>
                <a:gd name="connsiteY197" fmla="*/ 203200 h 379095"/>
                <a:gd name="connsiteX198" fmla="*/ 311786 w 2991485"/>
                <a:gd name="connsiteY198" fmla="*/ 252095 h 379095"/>
                <a:gd name="connsiteX199" fmla="*/ 352425 w 2991485"/>
                <a:gd name="connsiteY199" fmla="*/ 271145 h 379095"/>
                <a:gd name="connsiteX200" fmla="*/ 385445 w 2991485"/>
                <a:gd name="connsiteY200" fmla="*/ 266065 h 379095"/>
                <a:gd name="connsiteX201" fmla="*/ 410211 w 2991485"/>
                <a:gd name="connsiteY201" fmla="*/ 251460 h 379095"/>
                <a:gd name="connsiteX202" fmla="*/ 424815 w 2991485"/>
                <a:gd name="connsiteY202" fmla="*/ 275590 h 379095"/>
                <a:gd name="connsiteX203" fmla="*/ 395605 w 2991485"/>
                <a:gd name="connsiteY203" fmla="*/ 293370 h 379095"/>
                <a:gd name="connsiteX204" fmla="*/ 351155 w 2991485"/>
                <a:gd name="connsiteY204" fmla="*/ 300355 h 379095"/>
                <a:gd name="connsiteX205" fmla="*/ 2881630 w 2991485"/>
                <a:gd name="connsiteY205" fmla="*/ 269240 h 379095"/>
                <a:gd name="connsiteX206" fmla="*/ 2915286 w 2991485"/>
                <a:gd name="connsiteY206" fmla="*/ 260350 h 379095"/>
                <a:gd name="connsiteX207" fmla="*/ 2937511 w 2991485"/>
                <a:gd name="connsiteY207" fmla="*/ 238760 h 379095"/>
                <a:gd name="connsiteX208" fmla="*/ 2937511 w 2991485"/>
                <a:gd name="connsiteY208" fmla="*/ 205105 h 379095"/>
                <a:gd name="connsiteX209" fmla="*/ 2897505 w 2991485"/>
                <a:gd name="connsiteY209" fmla="*/ 205105 h 379095"/>
                <a:gd name="connsiteX210" fmla="*/ 2861311 w 2991485"/>
                <a:gd name="connsiteY210" fmla="*/ 215900 h 379095"/>
                <a:gd name="connsiteX211" fmla="*/ 2847975 w 2991485"/>
                <a:gd name="connsiteY211" fmla="*/ 241935 h 379095"/>
                <a:gd name="connsiteX212" fmla="*/ 2856230 w 2991485"/>
                <a:gd name="connsiteY212" fmla="*/ 262255 h 379095"/>
                <a:gd name="connsiteX213" fmla="*/ 2881630 w 2991485"/>
                <a:gd name="connsiteY213" fmla="*/ 269240 h 379095"/>
                <a:gd name="connsiteX214" fmla="*/ 2941955 w 2991485"/>
                <a:gd name="connsiteY214" fmla="*/ 296545 h 379095"/>
                <a:gd name="connsiteX215" fmla="*/ 2939415 w 2991485"/>
                <a:gd name="connsiteY215" fmla="*/ 281305 h 379095"/>
                <a:gd name="connsiteX216" fmla="*/ 2938146 w 2991485"/>
                <a:gd name="connsiteY216" fmla="*/ 267970 h 379095"/>
                <a:gd name="connsiteX217" fmla="*/ 2910840 w 2991485"/>
                <a:gd name="connsiteY217" fmla="*/ 290830 h 379095"/>
                <a:gd name="connsiteX218" fmla="*/ 2876550 w 2991485"/>
                <a:gd name="connsiteY218" fmla="*/ 300355 h 379095"/>
                <a:gd name="connsiteX219" fmla="*/ 2827655 w 2991485"/>
                <a:gd name="connsiteY219" fmla="*/ 284480 h 379095"/>
                <a:gd name="connsiteX220" fmla="*/ 2811146 w 2991485"/>
                <a:gd name="connsiteY220" fmla="*/ 240665 h 379095"/>
                <a:gd name="connsiteX221" fmla="*/ 2834640 w 2991485"/>
                <a:gd name="connsiteY221" fmla="*/ 195580 h 379095"/>
                <a:gd name="connsiteX222" fmla="*/ 2899411 w 2991485"/>
                <a:gd name="connsiteY222" fmla="*/ 179705 h 379095"/>
                <a:gd name="connsiteX223" fmla="*/ 2938146 w 2991485"/>
                <a:gd name="connsiteY223" fmla="*/ 179705 h 379095"/>
                <a:gd name="connsiteX224" fmla="*/ 2938146 w 2991485"/>
                <a:gd name="connsiteY224" fmla="*/ 155575 h 379095"/>
                <a:gd name="connsiteX225" fmla="*/ 2926715 w 2991485"/>
                <a:gd name="connsiteY225" fmla="*/ 127000 h 379095"/>
                <a:gd name="connsiteX226" fmla="*/ 2894965 w 2991485"/>
                <a:gd name="connsiteY226" fmla="*/ 116840 h 379095"/>
                <a:gd name="connsiteX227" fmla="*/ 2870200 w 2991485"/>
                <a:gd name="connsiteY227" fmla="*/ 120650 h 379095"/>
                <a:gd name="connsiteX228" fmla="*/ 2853055 w 2991485"/>
                <a:gd name="connsiteY228" fmla="*/ 130810 h 379095"/>
                <a:gd name="connsiteX229" fmla="*/ 2849246 w 2991485"/>
                <a:gd name="connsiteY229" fmla="*/ 152400 h 379095"/>
                <a:gd name="connsiteX230" fmla="*/ 2820671 w 2991485"/>
                <a:gd name="connsiteY230" fmla="*/ 152400 h 379095"/>
                <a:gd name="connsiteX231" fmla="*/ 2820671 w 2991485"/>
                <a:gd name="connsiteY231" fmla="*/ 112395 h 379095"/>
                <a:gd name="connsiteX232" fmla="*/ 2854325 w 2991485"/>
                <a:gd name="connsiteY232" fmla="*/ 94615 h 379095"/>
                <a:gd name="connsiteX233" fmla="*/ 2897505 w 2991485"/>
                <a:gd name="connsiteY233" fmla="*/ 87630 h 379095"/>
                <a:gd name="connsiteX234" fmla="*/ 2954021 w 2991485"/>
                <a:gd name="connsiteY234" fmla="*/ 105410 h 379095"/>
                <a:gd name="connsiteX235" fmla="*/ 2975611 w 2991485"/>
                <a:gd name="connsiteY235" fmla="*/ 156210 h 379095"/>
                <a:gd name="connsiteX236" fmla="*/ 2975611 w 2991485"/>
                <a:gd name="connsiteY236" fmla="*/ 254635 h 379095"/>
                <a:gd name="connsiteX237" fmla="*/ 2975611 w 2991485"/>
                <a:gd name="connsiteY237" fmla="*/ 262255 h 379095"/>
                <a:gd name="connsiteX238" fmla="*/ 2976246 w 2991485"/>
                <a:gd name="connsiteY238" fmla="*/ 269875 h 379095"/>
                <a:gd name="connsiteX239" fmla="*/ 2991486 w 2991485"/>
                <a:gd name="connsiteY239" fmla="*/ 271780 h 379095"/>
                <a:gd name="connsiteX240" fmla="*/ 2991486 w 2991485"/>
                <a:gd name="connsiteY240" fmla="*/ 295910 h 379095"/>
                <a:gd name="connsiteX241" fmla="*/ 2941955 w 2991485"/>
                <a:gd name="connsiteY241" fmla="*/ 295910 h 379095"/>
                <a:gd name="connsiteX242" fmla="*/ 2748915 w 2991485"/>
                <a:gd name="connsiteY242" fmla="*/ 38735 h 379095"/>
                <a:gd name="connsiteX243" fmla="*/ 2711450 w 2991485"/>
                <a:gd name="connsiteY243" fmla="*/ 38735 h 379095"/>
                <a:gd name="connsiteX244" fmla="*/ 2711450 w 2991485"/>
                <a:gd name="connsiteY244" fmla="*/ 635 h 379095"/>
                <a:gd name="connsiteX245" fmla="*/ 2748915 w 2991485"/>
                <a:gd name="connsiteY245" fmla="*/ 635 h 379095"/>
                <a:gd name="connsiteX246" fmla="*/ 2748915 w 2991485"/>
                <a:gd name="connsiteY246" fmla="*/ 38735 h 379095"/>
                <a:gd name="connsiteX247" fmla="*/ 2680971 w 2991485"/>
                <a:gd name="connsiteY247" fmla="*/ 272415 h 379095"/>
                <a:gd name="connsiteX248" fmla="*/ 2712086 w 2991485"/>
                <a:gd name="connsiteY248" fmla="*/ 267335 h 379095"/>
                <a:gd name="connsiteX249" fmla="*/ 2712086 w 2991485"/>
                <a:gd name="connsiteY249" fmla="*/ 120650 h 379095"/>
                <a:gd name="connsiteX250" fmla="*/ 2680971 w 2991485"/>
                <a:gd name="connsiteY250" fmla="*/ 115570 h 379095"/>
                <a:gd name="connsiteX251" fmla="*/ 2680971 w 2991485"/>
                <a:gd name="connsiteY251" fmla="*/ 91440 h 379095"/>
                <a:gd name="connsiteX252" fmla="*/ 2748915 w 2991485"/>
                <a:gd name="connsiteY252" fmla="*/ 91440 h 379095"/>
                <a:gd name="connsiteX253" fmla="*/ 2748915 w 2991485"/>
                <a:gd name="connsiteY253" fmla="*/ 267335 h 379095"/>
                <a:gd name="connsiteX254" fmla="*/ 2780030 w 2991485"/>
                <a:gd name="connsiteY254" fmla="*/ 272415 h 379095"/>
                <a:gd name="connsiteX255" fmla="*/ 2780030 w 2991485"/>
                <a:gd name="connsiteY255" fmla="*/ 296545 h 379095"/>
                <a:gd name="connsiteX256" fmla="*/ 2680971 w 2991485"/>
                <a:gd name="connsiteY256" fmla="*/ 296545 h 379095"/>
                <a:gd name="connsiteX257" fmla="*/ 2680971 w 2991485"/>
                <a:gd name="connsiteY257" fmla="*/ 272415 h 379095"/>
                <a:gd name="connsiteX258" fmla="*/ 2485390 w 2991485"/>
                <a:gd name="connsiteY258" fmla="*/ 201930 h 379095"/>
                <a:gd name="connsiteX259" fmla="*/ 2498090 w 2991485"/>
                <a:gd name="connsiteY259" fmla="*/ 251460 h 379095"/>
                <a:gd name="connsiteX260" fmla="*/ 2537461 w 2991485"/>
                <a:gd name="connsiteY260" fmla="*/ 270510 h 379095"/>
                <a:gd name="connsiteX261" fmla="*/ 2565400 w 2991485"/>
                <a:gd name="connsiteY261" fmla="*/ 262890 h 379095"/>
                <a:gd name="connsiteX262" fmla="*/ 2584450 w 2991485"/>
                <a:gd name="connsiteY262" fmla="*/ 241300 h 379095"/>
                <a:gd name="connsiteX263" fmla="*/ 2584450 w 2991485"/>
                <a:gd name="connsiteY263" fmla="*/ 146050 h 379095"/>
                <a:gd name="connsiteX264" fmla="*/ 2565400 w 2991485"/>
                <a:gd name="connsiteY264" fmla="*/ 125730 h 379095"/>
                <a:gd name="connsiteX265" fmla="*/ 2537461 w 2991485"/>
                <a:gd name="connsiteY265" fmla="*/ 118110 h 379095"/>
                <a:gd name="connsiteX266" fmla="*/ 2498090 w 2991485"/>
                <a:gd name="connsiteY266" fmla="*/ 140335 h 379095"/>
                <a:gd name="connsiteX267" fmla="*/ 2485390 w 2991485"/>
                <a:gd name="connsiteY267" fmla="*/ 198120 h 379095"/>
                <a:gd name="connsiteX268" fmla="*/ 2485390 w 2991485"/>
                <a:gd name="connsiteY268" fmla="*/ 201930 h 379095"/>
                <a:gd name="connsiteX269" fmla="*/ 2585721 w 2991485"/>
                <a:gd name="connsiteY269" fmla="*/ 271780 h 379095"/>
                <a:gd name="connsiteX270" fmla="*/ 2560955 w 2991485"/>
                <a:gd name="connsiteY270" fmla="*/ 292735 h 379095"/>
                <a:gd name="connsiteX271" fmla="*/ 2527300 w 2991485"/>
                <a:gd name="connsiteY271" fmla="*/ 299720 h 379095"/>
                <a:gd name="connsiteX272" fmla="*/ 2468880 w 2991485"/>
                <a:gd name="connsiteY272" fmla="*/ 272415 h 379095"/>
                <a:gd name="connsiteX273" fmla="*/ 2447925 w 2991485"/>
                <a:gd name="connsiteY273" fmla="*/ 200660 h 379095"/>
                <a:gd name="connsiteX274" fmla="*/ 2447925 w 2991485"/>
                <a:gd name="connsiteY274" fmla="*/ 196850 h 379095"/>
                <a:gd name="connsiteX275" fmla="*/ 2468880 w 2991485"/>
                <a:gd name="connsiteY275" fmla="*/ 116840 h 379095"/>
                <a:gd name="connsiteX276" fmla="*/ 2527936 w 2991485"/>
                <a:gd name="connsiteY276" fmla="*/ 86360 h 379095"/>
                <a:gd name="connsiteX277" fmla="*/ 2560321 w 2991485"/>
                <a:gd name="connsiteY277" fmla="*/ 93345 h 379095"/>
                <a:gd name="connsiteX278" fmla="*/ 2583815 w 2991485"/>
                <a:gd name="connsiteY278" fmla="*/ 113030 h 379095"/>
                <a:gd name="connsiteX279" fmla="*/ 2583815 w 2991485"/>
                <a:gd name="connsiteY279" fmla="*/ 29210 h 379095"/>
                <a:gd name="connsiteX280" fmla="*/ 2552700 w 2991485"/>
                <a:gd name="connsiteY280" fmla="*/ 24130 h 379095"/>
                <a:gd name="connsiteX281" fmla="*/ 2552700 w 2991485"/>
                <a:gd name="connsiteY281" fmla="*/ 0 h 379095"/>
                <a:gd name="connsiteX282" fmla="*/ 2583815 w 2991485"/>
                <a:gd name="connsiteY282" fmla="*/ 0 h 379095"/>
                <a:gd name="connsiteX283" fmla="*/ 2621280 w 2991485"/>
                <a:gd name="connsiteY283" fmla="*/ 0 h 379095"/>
                <a:gd name="connsiteX284" fmla="*/ 2621280 w 2991485"/>
                <a:gd name="connsiteY284" fmla="*/ 266065 h 379095"/>
                <a:gd name="connsiteX285" fmla="*/ 2652396 w 2991485"/>
                <a:gd name="connsiteY285" fmla="*/ 271145 h 379095"/>
                <a:gd name="connsiteX286" fmla="*/ 2652396 w 2991485"/>
                <a:gd name="connsiteY286" fmla="*/ 295275 h 379095"/>
                <a:gd name="connsiteX287" fmla="*/ 2588896 w 2991485"/>
                <a:gd name="connsiteY287" fmla="*/ 295275 h 379095"/>
                <a:gd name="connsiteX288" fmla="*/ 2585721 w 2991485"/>
                <a:gd name="connsiteY288" fmla="*/ 271780 h 379095"/>
                <a:gd name="connsiteX289" fmla="*/ 2194561 w 2991485"/>
                <a:gd name="connsiteY289" fmla="*/ 272415 h 379095"/>
                <a:gd name="connsiteX290" fmla="*/ 2225675 w 2991485"/>
                <a:gd name="connsiteY290" fmla="*/ 267335 h 379095"/>
                <a:gd name="connsiteX291" fmla="*/ 2225675 w 2991485"/>
                <a:gd name="connsiteY291" fmla="*/ 120650 h 379095"/>
                <a:gd name="connsiteX292" fmla="*/ 2194561 w 2991485"/>
                <a:gd name="connsiteY292" fmla="*/ 115570 h 379095"/>
                <a:gd name="connsiteX293" fmla="*/ 2194561 w 2991485"/>
                <a:gd name="connsiteY293" fmla="*/ 91440 h 379095"/>
                <a:gd name="connsiteX294" fmla="*/ 2258696 w 2991485"/>
                <a:gd name="connsiteY294" fmla="*/ 91440 h 379095"/>
                <a:gd name="connsiteX295" fmla="*/ 2261236 w 2991485"/>
                <a:gd name="connsiteY295" fmla="*/ 121920 h 379095"/>
                <a:gd name="connsiteX296" fmla="*/ 2286636 w 2991485"/>
                <a:gd name="connsiteY296" fmla="*/ 96520 h 379095"/>
                <a:gd name="connsiteX297" fmla="*/ 2321561 w 2991485"/>
                <a:gd name="connsiteY297" fmla="*/ 87630 h 379095"/>
                <a:gd name="connsiteX298" fmla="*/ 2372996 w 2991485"/>
                <a:gd name="connsiteY298" fmla="*/ 107315 h 379095"/>
                <a:gd name="connsiteX299" fmla="*/ 2391411 w 2991485"/>
                <a:gd name="connsiteY299" fmla="*/ 167005 h 379095"/>
                <a:gd name="connsiteX300" fmla="*/ 2391411 w 2991485"/>
                <a:gd name="connsiteY300" fmla="*/ 267335 h 379095"/>
                <a:gd name="connsiteX301" fmla="*/ 2422525 w 2991485"/>
                <a:gd name="connsiteY301" fmla="*/ 272415 h 379095"/>
                <a:gd name="connsiteX302" fmla="*/ 2422525 w 2991485"/>
                <a:gd name="connsiteY302" fmla="*/ 296545 h 379095"/>
                <a:gd name="connsiteX303" fmla="*/ 2323465 w 2991485"/>
                <a:gd name="connsiteY303" fmla="*/ 296545 h 379095"/>
                <a:gd name="connsiteX304" fmla="*/ 2323465 w 2991485"/>
                <a:gd name="connsiteY304" fmla="*/ 272415 h 379095"/>
                <a:gd name="connsiteX305" fmla="*/ 2354580 w 2991485"/>
                <a:gd name="connsiteY305" fmla="*/ 267335 h 379095"/>
                <a:gd name="connsiteX306" fmla="*/ 2354580 w 2991485"/>
                <a:gd name="connsiteY306" fmla="*/ 167640 h 379095"/>
                <a:gd name="connsiteX307" fmla="*/ 2343786 w 2991485"/>
                <a:gd name="connsiteY307" fmla="*/ 128905 h 379095"/>
                <a:gd name="connsiteX308" fmla="*/ 2311400 w 2991485"/>
                <a:gd name="connsiteY308" fmla="*/ 117475 h 379095"/>
                <a:gd name="connsiteX309" fmla="*/ 2282825 w 2991485"/>
                <a:gd name="connsiteY309" fmla="*/ 125095 h 379095"/>
                <a:gd name="connsiteX310" fmla="*/ 2263140 w 2991485"/>
                <a:gd name="connsiteY310" fmla="*/ 146050 h 379095"/>
                <a:gd name="connsiteX311" fmla="*/ 2263140 w 2991485"/>
                <a:gd name="connsiteY311" fmla="*/ 266700 h 379095"/>
                <a:gd name="connsiteX312" fmla="*/ 2294255 w 2991485"/>
                <a:gd name="connsiteY312" fmla="*/ 271780 h 379095"/>
                <a:gd name="connsiteX313" fmla="*/ 2294255 w 2991485"/>
                <a:gd name="connsiteY313" fmla="*/ 295910 h 379095"/>
                <a:gd name="connsiteX314" fmla="*/ 2195196 w 2991485"/>
                <a:gd name="connsiteY314" fmla="*/ 295910 h 379095"/>
                <a:gd name="connsiteX315" fmla="*/ 2195196 w 2991485"/>
                <a:gd name="connsiteY315" fmla="*/ 272415 h 379095"/>
                <a:gd name="connsiteX316" fmla="*/ 2071371 w 2991485"/>
                <a:gd name="connsiteY316" fmla="*/ 44450 h 379095"/>
                <a:gd name="connsiteX317" fmla="*/ 2071371 w 2991485"/>
                <a:gd name="connsiteY317" fmla="*/ 20320 h 379095"/>
                <a:gd name="connsiteX318" fmla="*/ 2170430 w 2991485"/>
                <a:gd name="connsiteY318" fmla="*/ 20320 h 379095"/>
                <a:gd name="connsiteX319" fmla="*/ 2170430 w 2991485"/>
                <a:gd name="connsiteY319" fmla="*/ 44450 h 379095"/>
                <a:gd name="connsiteX320" fmla="*/ 2139315 w 2991485"/>
                <a:gd name="connsiteY320" fmla="*/ 49530 h 379095"/>
                <a:gd name="connsiteX321" fmla="*/ 2139315 w 2991485"/>
                <a:gd name="connsiteY321" fmla="*/ 266700 h 379095"/>
                <a:gd name="connsiteX322" fmla="*/ 2170430 w 2991485"/>
                <a:gd name="connsiteY322" fmla="*/ 271780 h 379095"/>
                <a:gd name="connsiteX323" fmla="*/ 2170430 w 2991485"/>
                <a:gd name="connsiteY323" fmla="*/ 295910 h 379095"/>
                <a:gd name="connsiteX324" fmla="*/ 2071371 w 2991485"/>
                <a:gd name="connsiteY324" fmla="*/ 295910 h 379095"/>
                <a:gd name="connsiteX325" fmla="*/ 2071371 w 2991485"/>
                <a:gd name="connsiteY325" fmla="*/ 272415 h 379095"/>
                <a:gd name="connsiteX326" fmla="*/ 2102486 w 2991485"/>
                <a:gd name="connsiteY326" fmla="*/ 267335 h 379095"/>
                <a:gd name="connsiteX327" fmla="*/ 2102486 w 2991485"/>
                <a:gd name="connsiteY327" fmla="*/ 50165 h 379095"/>
                <a:gd name="connsiteX328" fmla="*/ 2071371 w 2991485"/>
                <a:gd name="connsiteY328" fmla="*/ 44450 h 379095"/>
                <a:gd name="connsiteX329" fmla="*/ 1944371 w 2991485"/>
                <a:gd name="connsiteY329" fmla="*/ 282575 h 379095"/>
                <a:gd name="connsiteX330" fmla="*/ 1934846 w 2991485"/>
                <a:gd name="connsiteY330" fmla="*/ 321310 h 379095"/>
                <a:gd name="connsiteX331" fmla="*/ 1910080 w 2991485"/>
                <a:gd name="connsiteY331" fmla="*/ 354965 h 379095"/>
                <a:gd name="connsiteX332" fmla="*/ 1889125 w 2991485"/>
                <a:gd name="connsiteY332" fmla="*/ 340995 h 379095"/>
                <a:gd name="connsiteX333" fmla="*/ 1902461 w 2991485"/>
                <a:gd name="connsiteY333" fmla="*/ 313055 h 379095"/>
                <a:gd name="connsiteX334" fmla="*/ 1906905 w 2991485"/>
                <a:gd name="connsiteY334" fmla="*/ 283210 h 379095"/>
                <a:gd name="connsiteX335" fmla="*/ 1906905 w 2991485"/>
                <a:gd name="connsiteY335" fmla="*/ 254635 h 379095"/>
                <a:gd name="connsiteX336" fmla="*/ 1944371 w 2991485"/>
                <a:gd name="connsiteY336" fmla="*/ 254635 h 379095"/>
                <a:gd name="connsiteX337" fmla="*/ 1944371 w 2991485"/>
                <a:gd name="connsiteY337" fmla="*/ 282575 h 379095"/>
                <a:gd name="connsiteX338" fmla="*/ 67945 w 2991485"/>
                <a:gd name="connsiteY338" fmla="*/ 137795 h 379095"/>
                <a:gd name="connsiteX339" fmla="*/ 130175 w 2991485"/>
                <a:gd name="connsiteY339" fmla="*/ 137795 h 379095"/>
                <a:gd name="connsiteX340" fmla="*/ 162561 w 2991485"/>
                <a:gd name="connsiteY340" fmla="*/ 125730 h 379095"/>
                <a:gd name="connsiteX341" fmla="*/ 175261 w 2991485"/>
                <a:gd name="connsiteY341" fmla="*/ 93980 h 379095"/>
                <a:gd name="connsiteX342" fmla="*/ 161290 w 2991485"/>
                <a:gd name="connsiteY342" fmla="*/ 60325 h 379095"/>
                <a:gd name="connsiteX343" fmla="*/ 120650 w 2991485"/>
                <a:gd name="connsiteY343" fmla="*/ 49530 h 379095"/>
                <a:gd name="connsiteX344" fmla="*/ 67945 w 2991485"/>
                <a:gd name="connsiteY344" fmla="*/ 49530 h 379095"/>
                <a:gd name="connsiteX345" fmla="*/ 67945 w 2991485"/>
                <a:gd name="connsiteY345" fmla="*/ 137795 h 379095"/>
                <a:gd name="connsiteX346" fmla="*/ 67945 w 2991485"/>
                <a:gd name="connsiteY346" fmla="*/ 167005 h 379095"/>
                <a:gd name="connsiteX347" fmla="*/ 67945 w 2991485"/>
                <a:gd name="connsiteY347" fmla="*/ 267335 h 379095"/>
                <a:gd name="connsiteX348" fmla="*/ 132080 w 2991485"/>
                <a:gd name="connsiteY348" fmla="*/ 267335 h 379095"/>
                <a:gd name="connsiteX349" fmla="*/ 172086 w 2991485"/>
                <a:gd name="connsiteY349" fmla="*/ 254635 h 379095"/>
                <a:gd name="connsiteX350" fmla="*/ 186055 w 2991485"/>
                <a:gd name="connsiteY350" fmla="*/ 219075 h 379095"/>
                <a:gd name="connsiteX351" fmla="*/ 173990 w 2991485"/>
                <a:gd name="connsiteY351" fmla="*/ 180975 h 379095"/>
                <a:gd name="connsiteX352" fmla="*/ 137795 w 2991485"/>
                <a:gd name="connsiteY352" fmla="*/ 167005 h 379095"/>
                <a:gd name="connsiteX353" fmla="*/ 67945 w 2991485"/>
                <a:gd name="connsiteY353" fmla="*/ 167005 h 379095"/>
                <a:gd name="connsiteX354" fmla="*/ 120650 w 2991485"/>
                <a:gd name="connsiteY354" fmla="*/ 20320 h 379095"/>
                <a:gd name="connsiteX355" fmla="*/ 187961 w 2991485"/>
                <a:gd name="connsiteY355" fmla="*/ 38735 h 379095"/>
                <a:gd name="connsiteX356" fmla="*/ 212090 w 2991485"/>
                <a:gd name="connsiteY356" fmla="*/ 94615 h 379095"/>
                <a:gd name="connsiteX357" fmla="*/ 200661 w 2991485"/>
                <a:gd name="connsiteY357" fmla="*/ 127635 h 379095"/>
                <a:gd name="connsiteX358" fmla="*/ 170180 w 2991485"/>
                <a:gd name="connsiteY358" fmla="*/ 149225 h 379095"/>
                <a:gd name="connsiteX359" fmla="*/ 209550 w 2991485"/>
                <a:gd name="connsiteY359" fmla="*/ 173355 h 379095"/>
                <a:gd name="connsiteX360" fmla="*/ 224155 w 2991485"/>
                <a:gd name="connsiteY360" fmla="*/ 217805 h 379095"/>
                <a:gd name="connsiteX361" fmla="*/ 199390 w 2991485"/>
                <a:gd name="connsiteY361" fmla="*/ 275590 h 379095"/>
                <a:gd name="connsiteX362" fmla="*/ 132715 w 2991485"/>
                <a:gd name="connsiteY362" fmla="*/ 295275 h 379095"/>
                <a:gd name="connsiteX363" fmla="*/ 0 w 2991485"/>
                <a:gd name="connsiteY363" fmla="*/ 295275 h 379095"/>
                <a:gd name="connsiteX364" fmla="*/ 0 w 2991485"/>
                <a:gd name="connsiteY364" fmla="*/ 272415 h 379095"/>
                <a:gd name="connsiteX365" fmla="*/ 31115 w 2991485"/>
                <a:gd name="connsiteY365" fmla="*/ 267335 h 379095"/>
                <a:gd name="connsiteX366" fmla="*/ 31115 w 2991485"/>
                <a:gd name="connsiteY366" fmla="*/ 50165 h 379095"/>
                <a:gd name="connsiteX367" fmla="*/ 0 w 2991485"/>
                <a:gd name="connsiteY367" fmla="*/ 45085 h 379095"/>
                <a:gd name="connsiteX368" fmla="*/ 0 w 2991485"/>
                <a:gd name="connsiteY368" fmla="*/ 20955 h 379095"/>
                <a:gd name="connsiteX369" fmla="*/ 31115 w 2991485"/>
                <a:gd name="connsiteY369" fmla="*/ 20955 h 379095"/>
                <a:gd name="connsiteX370" fmla="*/ 120650 w 2991485"/>
                <a:gd name="connsiteY370" fmla="*/ 20955 h 379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</a:cxnLst>
              <a:rect l="l" t="t" r="r" b="b"/>
              <a:pathLst>
                <a:path w="2991485" h="379095">
                  <a:moveTo>
                    <a:pt x="1812290" y="266065"/>
                  </a:moveTo>
                  <a:cubicBezTo>
                    <a:pt x="1805940" y="276860"/>
                    <a:pt x="1797686" y="285750"/>
                    <a:pt x="1787525" y="291465"/>
                  </a:cubicBezTo>
                  <a:cubicBezTo>
                    <a:pt x="1777365" y="297180"/>
                    <a:pt x="1765936" y="300355"/>
                    <a:pt x="1752600" y="300355"/>
                  </a:cubicBezTo>
                  <a:cubicBezTo>
                    <a:pt x="1730375" y="300355"/>
                    <a:pt x="1713230" y="293370"/>
                    <a:pt x="1700530" y="278765"/>
                  </a:cubicBezTo>
                  <a:cubicBezTo>
                    <a:pt x="1687830" y="264795"/>
                    <a:pt x="1681480" y="242570"/>
                    <a:pt x="1681480" y="212090"/>
                  </a:cubicBezTo>
                  <a:lnTo>
                    <a:pt x="1681480" y="120650"/>
                  </a:lnTo>
                  <a:lnTo>
                    <a:pt x="1657986" y="115570"/>
                  </a:lnTo>
                  <a:lnTo>
                    <a:pt x="1657986" y="91440"/>
                  </a:lnTo>
                  <a:lnTo>
                    <a:pt x="1681480" y="91440"/>
                  </a:lnTo>
                  <a:lnTo>
                    <a:pt x="1718946" y="91440"/>
                  </a:lnTo>
                  <a:lnTo>
                    <a:pt x="1718946" y="212725"/>
                  </a:lnTo>
                  <a:cubicBezTo>
                    <a:pt x="1718946" y="234315"/>
                    <a:pt x="1722121" y="249555"/>
                    <a:pt x="1728471" y="257810"/>
                  </a:cubicBezTo>
                  <a:cubicBezTo>
                    <a:pt x="1734821" y="266065"/>
                    <a:pt x="1744980" y="269875"/>
                    <a:pt x="1758315" y="269875"/>
                  </a:cubicBezTo>
                  <a:cubicBezTo>
                    <a:pt x="1771650" y="269875"/>
                    <a:pt x="1782446" y="267335"/>
                    <a:pt x="1791336" y="261620"/>
                  </a:cubicBezTo>
                  <a:cubicBezTo>
                    <a:pt x="1800225" y="256540"/>
                    <a:pt x="1806575" y="248920"/>
                    <a:pt x="1811021" y="238760"/>
                  </a:cubicBezTo>
                  <a:lnTo>
                    <a:pt x="1811021" y="120650"/>
                  </a:lnTo>
                  <a:lnTo>
                    <a:pt x="1783715" y="115570"/>
                  </a:lnTo>
                  <a:lnTo>
                    <a:pt x="1783715" y="91440"/>
                  </a:lnTo>
                  <a:lnTo>
                    <a:pt x="1811021" y="91440"/>
                  </a:lnTo>
                  <a:lnTo>
                    <a:pt x="1848486" y="91440"/>
                  </a:lnTo>
                  <a:lnTo>
                    <a:pt x="1848486" y="267335"/>
                  </a:lnTo>
                  <a:lnTo>
                    <a:pt x="1871980" y="272415"/>
                  </a:lnTo>
                  <a:lnTo>
                    <a:pt x="1871980" y="296545"/>
                  </a:lnTo>
                  <a:lnTo>
                    <a:pt x="1814830" y="296545"/>
                  </a:lnTo>
                  <a:lnTo>
                    <a:pt x="1812290" y="266065"/>
                  </a:lnTo>
                  <a:close/>
                  <a:moveTo>
                    <a:pt x="1505586" y="115570"/>
                  </a:moveTo>
                  <a:lnTo>
                    <a:pt x="1505586" y="91440"/>
                  </a:lnTo>
                  <a:lnTo>
                    <a:pt x="1569721" y="91440"/>
                  </a:lnTo>
                  <a:lnTo>
                    <a:pt x="1573530" y="121285"/>
                  </a:lnTo>
                  <a:cubicBezTo>
                    <a:pt x="1579246" y="111125"/>
                    <a:pt x="1586230" y="102870"/>
                    <a:pt x="1595121" y="96520"/>
                  </a:cubicBezTo>
                  <a:cubicBezTo>
                    <a:pt x="1603375" y="90805"/>
                    <a:pt x="1613536" y="87630"/>
                    <a:pt x="1624330" y="87630"/>
                  </a:cubicBezTo>
                  <a:cubicBezTo>
                    <a:pt x="1627505" y="87630"/>
                    <a:pt x="1630046" y="87630"/>
                    <a:pt x="1633221" y="88265"/>
                  </a:cubicBezTo>
                  <a:cubicBezTo>
                    <a:pt x="1636396" y="88900"/>
                    <a:pt x="1638936" y="88900"/>
                    <a:pt x="1640205" y="89535"/>
                  </a:cubicBezTo>
                  <a:lnTo>
                    <a:pt x="1635125" y="124460"/>
                  </a:lnTo>
                  <a:lnTo>
                    <a:pt x="1614171" y="123190"/>
                  </a:lnTo>
                  <a:cubicBezTo>
                    <a:pt x="1604011" y="123190"/>
                    <a:pt x="1595755" y="125730"/>
                    <a:pt x="1589405" y="130175"/>
                  </a:cubicBezTo>
                  <a:cubicBezTo>
                    <a:pt x="1582421" y="134620"/>
                    <a:pt x="1577340" y="141605"/>
                    <a:pt x="1573530" y="149860"/>
                  </a:cubicBezTo>
                  <a:lnTo>
                    <a:pt x="1573530" y="267335"/>
                  </a:lnTo>
                  <a:lnTo>
                    <a:pt x="1604646" y="272415"/>
                  </a:lnTo>
                  <a:lnTo>
                    <a:pt x="1604646" y="296545"/>
                  </a:lnTo>
                  <a:lnTo>
                    <a:pt x="1505586" y="296545"/>
                  </a:lnTo>
                  <a:lnTo>
                    <a:pt x="1505586" y="272415"/>
                  </a:lnTo>
                  <a:lnTo>
                    <a:pt x="1536700" y="267335"/>
                  </a:lnTo>
                  <a:lnTo>
                    <a:pt x="1536700" y="120650"/>
                  </a:lnTo>
                  <a:lnTo>
                    <a:pt x="1505586" y="115570"/>
                  </a:lnTo>
                  <a:close/>
                  <a:moveTo>
                    <a:pt x="1416686" y="266065"/>
                  </a:moveTo>
                  <a:cubicBezTo>
                    <a:pt x="1410336" y="276860"/>
                    <a:pt x="1402080" y="285750"/>
                    <a:pt x="1391921" y="291465"/>
                  </a:cubicBezTo>
                  <a:cubicBezTo>
                    <a:pt x="1381761" y="297180"/>
                    <a:pt x="1370330" y="300355"/>
                    <a:pt x="1356996" y="300355"/>
                  </a:cubicBezTo>
                  <a:cubicBezTo>
                    <a:pt x="1334771" y="300355"/>
                    <a:pt x="1317625" y="293370"/>
                    <a:pt x="1304925" y="278765"/>
                  </a:cubicBezTo>
                  <a:cubicBezTo>
                    <a:pt x="1292225" y="264795"/>
                    <a:pt x="1285875" y="242570"/>
                    <a:pt x="1285875" y="212090"/>
                  </a:cubicBezTo>
                  <a:lnTo>
                    <a:pt x="1285875" y="120650"/>
                  </a:lnTo>
                  <a:lnTo>
                    <a:pt x="1262380" y="115570"/>
                  </a:lnTo>
                  <a:lnTo>
                    <a:pt x="1262380" y="91440"/>
                  </a:lnTo>
                  <a:lnTo>
                    <a:pt x="1285875" y="91440"/>
                  </a:lnTo>
                  <a:lnTo>
                    <a:pt x="1323340" y="91440"/>
                  </a:lnTo>
                  <a:lnTo>
                    <a:pt x="1323340" y="212725"/>
                  </a:lnTo>
                  <a:cubicBezTo>
                    <a:pt x="1323340" y="234315"/>
                    <a:pt x="1326515" y="249555"/>
                    <a:pt x="1332865" y="257810"/>
                  </a:cubicBezTo>
                  <a:cubicBezTo>
                    <a:pt x="1339215" y="266065"/>
                    <a:pt x="1349375" y="269875"/>
                    <a:pt x="1362711" y="269875"/>
                  </a:cubicBezTo>
                  <a:cubicBezTo>
                    <a:pt x="1376046" y="269875"/>
                    <a:pt x="1386840" y="267335"/>
                    <a:pt x="1395730" y="261620"/>
                  </a:cubicBezTo>
                  <a:cubicBezTo>
                    <a:pt x="1404621" y="256540"/>
                    <a:pt x="1410971" y="248920"/>
                    <a:pt x="1415415" y="238760"/>
                  </a:cubicBezTo>
                  <a:lnTo>
                    <a:pt x="1415415" y="120650"/>
                  </a:lnTo>
                  <a:lnTo>
                    <a:pt x="1388111" y="115570"/>
                  </a:lnTo>
                  <a:lnTo>
                    <a:pt x="1388111" y="91440"/>
                  </a:lnTo>
                  <a:lnTo>
                    <a:pt x="1415415" y="91440"/>
                  </a:lnTo>
                  <a:lnTo>
                    <a:pt x="1452880" y="91440"/>
                  </a:lnTo>
                  <a:lnTo>
                    <a:pt x="1452880" y="267335"/>
                  </a:lnTo>
                  <a:lnTo>
                    <a:pt x="1476375" y="272415"/>
                  </a:lnTo>
                  <a:lnTo>
                    <a:pt x="1476375" y="296545"/>
                  </a:lnTo>
                  <a:lnTo>
                    <a:pt x="1419225" y="296545"/>
                  </a:lnTo>
                  <a:lnTo>
                    <a:pt x="1416686" y="266065"/>
                  </a:lnTo>
                  <a:close/>
                  <a:moveTo>
                    <a:pt x="1142365" y="24765"/>
                  </a:moveTo>
                  <a:lnTo>
                    <a:pt x="1142365" y="635"/>
                  </a:lnTo>
                  <a:lnTo>
                    <a:pt x="1210311" y="635"/>
                  </a:lnTo>
                  <a:lnTo>
                    <a:pt x="1210311" y="266700"/>
                  </a:lnTo>
                  <a:lnTo>
                    <a:pt x="1241425" y="271780"/>
                  </a:lnTo>
                  <a:lnTo>
                    <a:pt x="1241425" y="295910"/>
                  </a:lnTo>
                  <a:lnTo>
                    <a:pt x="1142365" y="295910"/>
                  </a:lnTo>
                  <a:lnTo>
                    <a:pt x="1142365" y="272415"/>
                  </a:lnTo>
                  <a:lnTo>
                    <a:pt x="1173480" y="267335"/>
                  </a:lnTo>
                  <a:lnTo>
                    <a:pt x="1173480" y="30480"/>
                  </a:lnTo>
                  <a:lnTo>
                    <a:pt x="1142365" y="24765"/>
                  </a:lnTo>
                  <a:close/>
                  <a:moveTo>
                    <a:pt x="1007745" y="269240"/>
                  </a:moveTo>
                  <a:cubicBezTo>
                    <a:pt x="1020445" y="269240"/>
                    <a:pt x="1031240" y="266065"/>
                    <a:pt x="1041400" y="260350"/>
                  </a:cubicBezTo>
                  <a:cubicBezTo>
                    <a:pt x="1051561" y="254635"/>
                    <a:pt x="1059180" y="247015"/>
                    <a:pt x="1063625" y="238760"/>
                  </a:cubicBezTo>
                  <a:lnTo>
                    <a:pt x="1063625" y="205105"/>
                  </a:lnTo>
                  <a:lnTo>
                    <a:pt x="1023620" y="205105"/>
                  </a:lnTo>
                  <a:cubicBezTo>
                    <a:pt x="1008380" y="205105"/>
                    <a:pt x="996315" y="208915"/>
                    <a:pt x="987425" y="215900"/>
                  </a:cubicBezTo>
                  <a:cubicBezTo>
                    <a:pt x="978536" y="222885"/>
                    <a:pt x="974090" y="231775"/>
                    <a:pt x="974090" y="241935"/>
                  </a:cubicBezTo>
                  <a:cubicBezTo>
                    <a:pt x="974090" y="250825"/>
                    <a:pt x="976630" y="257810"/>
                    <a:pt x="982345" y="262255"/>
                  </a:cubicBezTo>
                  <a:cubicBezTo>
                    <a:pt x="988061" y="266700"/>
                    <a:pt x="996315" y="269240"/>
                    <a:pt x="1007745" y="269240"/>
                  </a:cubicBezTo>
                  <a:close/>
                  <a:moveTo>
                    <a:pt x="1067436" y="296545"/>
                  </a:moveTo>
                  <a:cubicBezTo>
                    <a:pt x="1066165" y="290830"/>
                    <a:pt x="1065530" y="285750"/>
                    <a:pt x="1064896" y="281305"/>
                  </a:cubicBezTo>
                  <a:cubicBezTo>
                    <a:pt x="1064261" y="276860"/>
                    <a:pt x="1063625" y="272415"/>
                    <a:pt x="1063625" y="267970"/>
                  </a:cubicBezTo>
                  <a:cubicBezTo>
                    <a:pt x="1056640" y="277495"/>
                    <a:pt x="1047115" y="285115"/>
                    <a:pt x="1036320" y="290830"/>
                  </a:cubicBezTo>
                  <a:cubicBezTo>
                    <a:pt x="1025525" y="297180"/>
                    <a:pt x="1014095" y="299720"/>
                    <a:pt x="1002030" y="300355"/>
                  </a:cubicBezTo>
                  <a:cubicBezTo>
                    <a:pt x="980440" y="300355"/>
                    <a:pt x="964565" y="295275"/>
                    <a:pt x="953136" y="284480"/>
                  </a:cubicBezTo>
                  <a:cubicBezTo>
                    <a:pt x="941705" y="274320"/>
                    <a:pt x="936625" y="259715"/>
                    <a:pt x="936625" y="240665"/>
                  </a:cubicBezTo>
                  <a:cubicBezTo>
                    <a:pt x="936625" y="220980"/>
                    <a:pt x="944245" y="206375"/>
                    <a:pt x="960120" y="195580"/>
                  </a:cubicBezTo>
                  <a:cubicBezTo>
                    <a:pt x="975995" y="184785"/>
                    <a:pt x="997586" y="179705"/>
                    <a:pt x="1024890" y="179705"/>
                  </a:cubicBezTo>
                  <a:lnTo>
                    <a:pt x="1063625" y="179705"/>
                  </a:lnTo>
                  <a:lnTo>
                    <a:pt x="1063625" y="155575"/>
                  </a:lnTo>
                  <a:cubicBezTo>
                    <a:pt x="1063625" y="143510"/>
                    <a:pt x="1059815" y="133985"/>
                    <a:pt x="1052196" y="127000"/>
                  </a:cubicBezTo>
                  <a:cubicBezTo>
                    <a:pt x="1044575" y="120015"/>
                    <a:pt x="1033780" y="116840"/>
                    <a:pt x="1020445" y="116840"/>
                  </a:cubicBezTo>
                  <a:cubicBezTo>
                    <a:pt x="1010920" y="116840"/>
                    <a:pt x="1002665" y="118110"/>
                    <a:pt x="995680" y="120650"/>
                  </a:cubicBezTo>
                  <a:cubicBezTo>
                    <a:pt x="988695" y="123190"/>
                    <a:pt x="982980" y="126365"/>
                    <a:pt x="978536" y="130810"/>
                  </a:cubicBezTo>
                  <a:lnTo>
                    <a:pt x="974725" y="152400"/>
                  </a:lnTo>
                  <a:lnTo>
                    <a:pt x="946150" y="152400"/>
                  </a:lnTo>
                  <a:lnTo>
                    <a:pt x="946150" y="112395"/>
                  </a:lnTo>
                  <a:cubicBezTo>
                    <a:pt x="955675" y="104775"/>
                    <a:pt x="967105" y="99060"/>
                    <a:pt x="979805" y="94615"/>
                  </a:cubicBezTo>
                  <a:cubicBezTo>
                    <a:pt x="993140" y="90170"/>
                    <a:pt x="1007745" y="87630"/>
                    <a:pt x="1022986" y="87630"/>
                  </a:cubicBezTo>
                  <a:cubicBezTo>
                    <a:pt x="1046480" y="87630"/>
                    <a:pt x="1064896" y="93345"/>
                    <a:pt x="1079500" y="105410"/>
                  </a:cubicBezTo>
                  <a:cubicBezTo>
                    <a:pt x="1094105" y="117475"/>
                    <a:pt x="1101090" y="133985"/>
                    <a:pt x="1101090" y="156210"/>
                  </a:cubicBezTo>
                  <a:lnTo>
                    <a:pt x="1101090" y="254635"/>
                  </a:lnTo>
                  <a:cubicBezTo>
                    <a:pt x="1101090" y="257175"/>
                    <a:pt x="1101090" y="259715"/>
                    <a:pt x="1101090" y="262255"/>
                  </a:cubicBezTo>
                  <a:cubicBezTo>
                    <a:pt x="1101090" y="264795"/>
                    <a:pt x="1101090" y="267335"/>
                    <a:pt x="1101725" y="269875"/>
                  </a:cubicBezTo>
                  <a:lnTo>
                    <a:pt x="1116965" y="271780"/>
                  </a:lnTo>
                  <a:lnTo>
                    <a:pt x="1116965" y="295910"/>
                  </a:lnTo>
                  <a:lnTo>
                    <a:pt x="1067436" y="295910"/>
                  </a:lnTo>
                  <a:close/>
                  <a:moveTo>
                    <a:pt x="751840" y="201930"/>
                  </a:moveTo>
                  <a:cubicBezTo>
                    <a:pt x="751840" y="222250"/>
                    <a:pt x="756286" y="238760"/>
                    <a:pt x="765175" y="251460"/>
                  </a:cubicBezTo>
                  <a:cubicBezTo>
                    <a:pt x="774065" y="264160"/>
                    <a:pt x="787400" y="270510"/>
                    <a:pt x="805180" y="270510"/>
                  </a:cubicBezTo>
                  <a:cubicBezTo>
                    <a:pt x="816611" y="270510"/>
                    <a:pt x="826136" y="267970"/>
                    <a:pt x="833120" y="262890"/>
                  </a:cubicBezTo>
                  <a:cubicBezTo>
                    <a:pt x="840740" y="257810"/>
                    <a:pt x="847090" y="250825"/>
                    <a:pt x="852170" y="241300"/>
                  </a:cubicBezTo>
                  <a:lnTo>
                    <a:pt x="852170" y="146685"/>
                  </a:lnTo>
                  <a:cubicBezTo>
                    <a:pt x="847090" y="137795"/>
                    <a:pt x="841375" y="130810"/>
                    <a:pt x="833120" y="125730"/>
                  </a:cubicBezTo>
                  <a:cubicBezTo>
                    <a:pt x="825500" y="120650"/>
                    <a:pt x="815975" y="118110"/>
                    <a:pt x="805180" y="118110"/>
                  </a:cubicBezTo>
                  <a:cubicBezTo>
                    <a:pt x="787400" y="118110"/>
                    <a:pt x="774065" y="125730"/>
                    <a:pt x="765175" y="140335"/>
                  </a:cubicBezTo>
                  <a:cubicBezTo>
                    <a:pt x="756286" y="154940"/>
                    <a:pt x="751840" y="174625"/>
                    <a:pt x="751840" y="197485"/>
                  </a:cubicBezTo>
                  <a:lnTo>
                    <a:pt x="751840" y="201930"/>
                  </a:lnTo>
                  <a:close/>
                  <a:moveTo>
                    <a:pt x="714375" y="197485"/>
                  </a:moveTo>
                  <a:cubicBezTo>
                    <a:pt x="714375" y="164465"/>
                    <a:pt x="721361" y="137795"/>
                    <a:pt x="735965" y="117475"/>
                  </a:cubicBezTo>
                  <a:cubicBezTo>
                    <a:pt x="750570" y="97155"/>
                    <a:pt x="770255" y="86995"/>
                    <a:pt x="795655" y="86995"/>
                  </a:cubicBezTo>
                  <a:cubicBezTo>
                    <a:pt x="808355" y="86995"/>
                    <a:pt x="819786" y="89535"/>
                    <a:pt x="829311" y="94615"/>
                  </a:cubicBezTo>
                  <a:cubicBezTo>
                    <a:pt x="838836" y="99695"/>
                    <a:pt x="847090" y="106680"/>
                    <a:pt x="854075" y="116840"/>
                  </a:cubicBezTo>
                  <a:lnTo>
                    <a:pt x="857250" y="90805"/>
                  </a:lnTo>
                  <a:lnTo>
                    <a:pt x="888365" y="90805"/>
                  </a:lnTo>
                  <a:lnTo>
                    <a:pt x="888365" y="293370"/>
                  </a:lnTo>
                  <a:cubicBezTo>
                    <a:pt x="888365" y="320040"/>
                    <a:pt x="880745" y="340995"/>
                    <a:pt x="866140" y="356235"/>
                  </a:cubicBezTo>
                  <a:cubicBezTo>
                    <a:pt x="851536" y="371475"/>
                    <a:pt x="830580" y="379095"/>
                    <a:pt x="803275" y="379095"/>
                  </a:cubicBezTo>
                  <a:cubicBezTo>
                    <a:pt x="793115" y="379095"/>
                    <a:pt x="782955" y="377825"/>
                    <a:pt x="770890" y="375285"/>
                  </a:cubicBezTo>
                  <a:cubicBezTo>
                    <a:pt x="759461" y="372745"/>
                    <a:pt x="749300" y="368935"/>
                    <a:pt x="740411" y="364490"/>
                  </a:cubicBezTo>
                  <a:lnTo>
                    <a:pt x="749936" y="335280"/>
                  </a:lnTo>
                  <a:cubicBezTo>
                    <a:pt x="756920" y="339090"/>
                    <a:pt x="765175" y="341630"/>
                    <a:pt x="774700" y="344170"/>
                  </a:cubicBezTo>
                  <a:cubicBezTo>
                    <a:pt x="784225" y="346710"/>
                    <a:pt x="793115" y="347980"/>
                    <a:pt x="802640" y="347980"/>
                  </a:cubicBezTo>
                  <a:cubicBezTo>
                    <a:pt x="819150" y="347980"/>
                    <a:pt x="831850" y="343535"/>
                    <a:pt x="839470" y="334010"/>
                  </a:cubicBezTo>
                  <a:cubicBezTo>
                    <a:pt x="847090" y="324485"/>
                    <a:pt x="850900" y="311150"/>
                    <a:pt x="850900" y="294005"/>
                  </a:cubicBezTo>
                  <a:lnTo>
                    <a:pt x="850900" y="274320"/>
                  </a:lnTo>
                  <a:cubicBezTo>
                    <a:pt x="843915" y="283210"/>
                    <a:pt x="836295" y="289560"/>
                    <a:pt x="826770" y="294005"/>
                  </a:cubicBezTo>
                  <a:cubicBezTo>
                    <a:pt x="817245" y="298450"/>
                    <a:pt x="806450" y="300355"/>
                    <a:pt x="794386" y="300355"/>
                  </a:cubicBezTo>
                  <a:cubicBezTo>
                    <a:pt x="768986" y="300355"/>
                    <a:pt x="749300" y="291465"/>
                    <a:pt x="735330" y="273050"/>
                  </a:cubicBezTo>
                  <a:cubicBezTo>
                    <a:pt x="720725" y="254635"/>
                    <a:pt x="713740" y="231140"/>
                    <a:pt x="713740" y="201295"/>
                  </a:cubicBezTo>
                  <a:lnTo>
                    <a:pt x="713740" y="197485"/>
                  </a:lnTo>
                  <a:close/>
                  <a:moveTo>
                    <a:pt x="461011" y="272415"/>
                  </a:moveTo>
                  <a:lnTo>
                    <a:pt x="492125" y="267335"/>
                  </a:lnTo>
                  <a:lnTo>
                    <a:pt x="492125" y="120650"/>
                  </a:lnTo>
                  <a:lnTo>
                    <a:pt x="461011" y="115570"/>
                  </a:lnTo>
                  <a:lnTo>
                    <a:pt x="461011" y="91440"/>
                  </a:lnTo>
                  <a:lnTo>
                    <a:pt x="525145" y="91440"/>
                  </a:lnTo>
                  <a:lnTo>
                    <a:pt x="527686" y="121920"/>
                  </a:lnTo>
                  <a:cubicBezTo>
                    <a:pt x="534670" y="111125"/>
                    <a:pt x="542925" y="102870"/>
                    <a:pt x="553086" y="96520"/>
                  </a:cubicBezTo>
                  <a:cubicBezTo>
                    <a:pt x="563245" y="90805"/>
                    <a:pt x="575311" y="87630"/>
                    <a:pt x="588011" y="87630"/>
                  </a:cubicBezTo>
                  <a:cubicBezTo>
                    <a:pt x="610236" y="87630"/>
                    <a:pt x="627380" y="93980"/>
                    <a:pt x="639445" y="107315"/>
                  </a:cubicBezTo>
                  <a:cubicBezTo>
                    <a:pt x="651511" y="120015"/>
                    <a:pt x="657861" y="140335"/>
                    <a:pt x="657861" y="167005"/>
                  </a:cubicBezTo>
                  <a:lnTo>
                    <a:pt x="657861" y="267335"/>
                  </a:lnTo>
                  <a:lnTo>
                    <a:pt x="688975" y="272415"/>
                  </a:lnTo>
                  <a:lnTo>
                    <a:pt x="688975" y="296545"/>
                  </a:lnTo>
                  <a:lnTo>
                    <a:pt x="589915" y="296545"/>
                  </a:lnTo>
                  <a:lnTo>
                    <a:pt x="589915" y="272415"/>
                  </a:lnTo>
                  <a:lnTo>
                    <a:pt x="621030" y="267335"/>
                  </a:lnTo>
                  <a:lnTo>
                    <a:pt x="621030" y="167640"/>
                  </a:lnTo>
                  <a:cubicBezTo>
                    <a:pt x="621030" y="149225"/>
                    <a:pt x="617220" y="136525"/>
                    <a:pt x="610236" y="128905"/>
                  </a:cubicBezTo>
                  <a:cubicBezTo>
                    <a:pt x="603250" y="121285"/>
                    <a:pt x="592455" y="117475"/>
                    <a:pt x="577850" y="117475"/>
                  </a:cubicBezTo>
                  <a:cubicBezTo>
                    <a:pt x="567055" y="117475"/>
                    <a:pt x="557530" y="120015"/>
                    <a:pt x="549275" y="125095"/>
                  </a:cubicBezTo>
                  <a:cubicBezTo>
                    <a:pt x="541020" y="130175"/>
                    <a:pt x="534670" y="137160"/>
                    <a:pt x="529590" y="146050"/>
                  </a:cubicBezTo>
                  <a:lnTo>
                    <a:pt x="529590" y="266700"/>
                  </a:lnTo>
                  <a:lnTo>
                    <a:pt x="560705" y="271780"/>
                  </a:lnTo>
                  <a:lnTo>
                    <a:pt x="560705" y="295910"/>
                  </a:lnTo>
                  <a:lnTo>
                    <a:pt x="461645" y="295910"/>
                  </a:lnTo>
                  <a:lnTo>
                    <a:pt x="461645" y="272415"/>
                  </a:lnTo>
                  <a:close/>
                  <a:moveTo>
                    <a:pt x="345440" y="116840"/>
                  </a:moveTo>
                  <a:cubicBezTo>
                    <a:pt x="332740" y="116840"/>
                    <a:pt x="322580" y="121920"/>
                    <a:pt x="313690" y="132715"/>
                  </a:cubicBezTo>
                  <a:cubicBezTo>
                    <a:pt x="304800" y="143510"/>
                    <a:pt x="299720" y="156210"/>
                    <a:pt x="297180" y="172720"/>
                  </a:cubicBezTo>
                  <a:lnTo>
                    <a:pt x="297815" y="173990"/>
                  </a:lnTo>
                  <a:lnTo>
                    <a:pt x="392430" y="173990"/>
                  </a:lnTo>
                  <a:lnTo>
                    <a:pt x="392430" y="168910"/>
                  </a:lnTo>
                  <a:cubicBezTo>
                    <a:pt x="392430" y="154305"/>
                    <a:pt x="388620" y="142240"/>
                    <a:pt x="380365" y="132080"/>
                  </a:cubicBezTo>
                  <a:cubicBezTo>
                    <a:pt x="372745" y="121920"/>
                    <a:pt x="361315" y="116840"/>
                    <a:pt x="345440" y="116840"/>
                  </a:cubicBezTo>
                  <a:close/>
                  <a:moveTo>
                    <a:pt x="351155" y="300355"/>
                  </a:moveTo>
                  <a:cubicBezTo>
                    <a:pt x="322580" y="300355"/>
                    <a:pt x="299720" y="290830"/>
                    <a:pt x="283211" y="271780"/>
                  </a:cubicBezTo>
                  <a:cubicBezTo>
                    <a:pt x="266065" y="252730"/>
                    <a:pt x="257811" y="227965"/>
                    <a:pt x="257811" y="198120"/>
                  </a:cubicBezTo>
                  <a:lnTo>
                    <a:pt x="257811" y="189865"/>
                  </a:lnTo>
                  <a:cubicBezTo>
                    <a:pt x="257811" y="160655"/>
                    <a:pt x="266700" y="136525"/>
                    <a:pt x="283845" y="116840"/>
                  </a:cubicBezTo>
                  <a:cubicBezTo>
                    <a:pt x="300990" y="97155"/>
                    <a:pt x="321945" y="87630"/>
                    <a:pt x="345440" y="87630"/>
                  </a:cubicBezTo>
                  <a:cubicBezTo>
                    <a:pt x="372745" y="87630"/>
                    <a:pt x="393700" y="95885"/>
                    <a:pt x="408305" y="112395"/>
                  </a:cubicBezTo>
                  <a:cubicBezTo>
                    <a:pt x="422275" y="128905"/>
                    <a:pt x="429895" y="151130"/>
                    <a:pt x="429895" y="179070"/>
                  </a:cubicBezTo>
                  <a:lnTo>
                    <a:pt x="429895" y="202565"/>
                  </a:lnTo>
                  <a:lnTo>
                    <a:pt x="297180" y="202565"/>
                  </a:lnTo>
                  <a:lnTo>
                    <a:pt x="296545" y="203200"/>
                  </a:lnTo>
                  <a:cubicBezTo>
                    <a:pt x="296545" y="222885"/>
                    <a:pt x="301625" y="239395"/>
                    <a:pt x="311786" y="252095"/>
                  </a:cubicBezTo>
                  <a:cubicBezTo>
                    <a:pt x="321311" y="264795"/>
                    <a:pt x="334645" y="271145"/>
                    <a:pt x="352425" y="271145"/>
                  </a:cubicBezTo>
                  <a:cubicBezTo>
                    <a:pt x="365125" y="271145"/>
                    <a:pt x="375920" y="269240"/>
                    <a:pt x="385445" y="266065"/>
                  </a:cubicBezTo>
                  <a:cubicBezTo>
                    <a:pt x="394970" y="262255"/>
                    <a:pt x="403225" y="257175"/>
                    <a:pt x="410211" y="251460"/>
                  </a:cubicBezTo>
                  <a:lnTo>
                    <a:pt x="424815" y="275590"/>
                  </a:lnTo>
                  <a:cubicBezTo>
                    <a:pt x="417195" y="282575"/>
                    <a:pt x="407670" y="288925"/>
                    <a:pt x="395605" y="293370"/>
                  </a:cubicBezTo>
                  <a:cubicBezTo>
                    <a:pt x="382905" y="297815"/>
                    <a:pt x="368300" y="300355"/>
                    <a:pt x="351155" y="300355"/>
                  </a:cubicBezTo>
                  <a:close/>
                  <a:moveTo>
                    <a:pt x="2881630" y="269240"/>
                  </a:moveTo>
                  <a:cubicBezTo>
                    <a:pt x="2894330" y="269240"/>
                    <a:pt x="2905125" y="266065"/>
                    <a:pt x="2915286" y="260350"/>
                  </a:cubicBezTo>
                  <a:cubicBezTo>
                    <a:pt x="2925446" y="254635"/>
                    <a:pt x="2933065" y="247015"/>
                    <a:pt x="2937511" y="238760"/>
                  </a:cubicBezTo>
                  <a:lnTo>
                    <a:pt x="2937511" y="205105"/>
                  </a:lnTo>
                  <a:lnTo>
                    <a:pt x="2897505" y="205105"/>
                  </a:lnTo>
                  <a:cubicBezTo>
                    <a:pt x="2882265" y="205105"/>
                    <a:pt x="2870200" y="208915"/>
                    <a:pt x="2861311" y="215900"/>
                  </a:cubicBezTo>
                  <a:cubicBezTo>
                    <a:pt x="2852421" y="222885"/>
                    <a:pt x="2847975" y="231775"/>
                    <a:pt x="2847975" y="241935"/>
                  </a:cubicBezTo>
                  <a:cubicBezTo>
                    <a:pt x="2847975" y="250825"/>
                    <a:pt x="2850515" y="257810"/>
                    <a:pt x="2856230" y="262255"/>
                  </a:cubicBezTo>
                  <a:cubicBezTo>
                    <a:pt x="2862580" y="266700"/>
                    <a:pt x="2870836" y="269240"/>
                    <a:pt x="2881630" y="269240"/>
                  </a:cubicBezTo>
                  <a:close/>
                  <a:moveTo>
                    <a:pt x="2941955" y="296545"/>
                  </a:moveTo>
                  <a:cubicBezTo>
                    <a:pt x="2940686" y="290830"/>
                    <a:pt x="2940050" y="285750"/>
                    <a:pt x="2939415" y="281305"/>
                  </a:cubicBezTo>
                  <a:cubicBezTo>
                    <a:pt x="2938780" y="276860"/>
                    <a:pt x="2938146" y="272415"/>
                    <a:pt x="2938146" y="267970"/>
                  </a:cubicBezTo>
                  <a:cubicBezTo>
                    <a:pt x="2931161" y="277495"/>
                    <a:pt x="2921636" y="285115"/>
                    <a:pt x="2910840" y="290830"/>
                  </a:cubicBezTo>
                  <a:cubicBezTo>
                    <a:pt x="2900046" y="297180"/>
                    <a:pt x="2888615" y="299720"/>
                    <a:pt x="2876550" y="300355"/>
                  </a:cubicBezTo>
                  <a:cubicBezTo>
                    <a:pt x="2854961" y="300355"/>
                    <a:pt x="2839086" y="295275"/>
                    <a:pt x="2827655" y="284480"/>
                  </a:cubicBezTo>
                  <a:cubicBezTo>
                    <a:pt x="2816225" y="274320"/>
                    <a:pt x="2811146" y="259715"/>
                    <a:pt x="2811146" y="240665"/>
                  </a:cubicBezTo>
                  <a:cubicBezTo>
                    <a:pt x="2811146" y="220980"/>
                    <a:pt x="2818765" y="206375"/>
                    <a:pt x="2834640" y="195580"/>
                  </a:cubicBezTo>
                  <a:cubicBezTo>
                    <a:pt x="2850515" y="184785"/>
                    <a:pt x="2872105" y="179705"/>
                    <a:pt x="2899411" y="179705"/>
                  </a:cubicBezTo>
                  <a:lnTo>
                    <a:pt x="2938146" y="179705"/>
                  </a:lnTo>
                  <a:lnTo>
                    <a:pt x="2938146" y="155575"/>
                  </a:lnTo>
                  <a:cubicBezTo>
                    <a:pt x="2938146" y="143510"/>
                    <a:pt x="2934336" y="133985"/>
                    <a:pt x="2926715" y="127000"/>
                  </a:cubicBezTo>
                  <a:cubicBezTo>
                    <a:pt x="2919096" y="120015"/>
                    <a:pt x="2908300" y="116840"/>
                    <a:pt x="2894965" y="116840"/>
                  </a:cubicBezTo>
                  <a:cubicBezTo>
                    <a:pt x="2885440" y="116840"/>
                    <a:pt x="2877186" y="118110"/>
                    <a:pt x="2870200" y="120650"/>
                  </a:cubicBezTo>
                  <a:cubicBezTo>
                    <a:pt x="2863215" y="123190"/>
                    <a:pt x="2857500" y="126365"/>
                    <a:pt x="2853055" y="130810"/>
                  </a:cubicBezTo>
                  <a:lnTo>
                    <a:pt x="2849246" y="152400"/>
                  </a:lnTo>
                  <a:lnTo>
                    <a:pt x="2820671" y="152400"/>
                  </a:lnTo>
                  <a:lnTo>
                    <a:pt x="2820671" y="112395"/>
                  </a:lnTo>
                  <a:cubicBezTo>
                    <a:pt x="2830196" y="104775"/>
                    <a:pt x="2841625" y="99060"/>
                    <a:pt x="2854325" y="94615"/>
                  </a:cubicBezTo>
                  <a:cubicBezTo>
                    <a:pt x="2867661" y="90170"/>
                    <a:pt x="2882265" y="87630"/>
                    <a:pt x="2897505" y="87630"/>
                  </a:cubicBezTo>
                  <a:cubicBezTo>
                    <a:pt x="2921000" y="87630"/>
                    <a:pt x="2939415" y="93345"/>
                    <a:pt x="2954021" y="105410"/>
                  </a:cubicBezTo>
                  <a:cubicBezTo>
                    <a:pt x="2968625" y="117475"/>
                    <a:pt x="2975611" y="133985"/>
                    <a:pt x="2975611" y="156210"/>
                  </a:cubicBezTo>
                  <a:lnTo>
                    <a:pt x="2975611" y="254635"/>
                  </a:lnTo>
                  <a:cubicBezTo>
                    <a:pt x="2975611" y="257175"/>
                    <a:pt x="2975611" y="259715"/>
                    <a:pt x="2975611" y="262255"/>
                  </a:cubicBezTo>
                  <a:cubicBezTo>
                    <a:pt x="2975611" y="264795"/>
                    <a:pt x="2975611" y="267335"/>
                    <a:pt x="2976246" y="269875"/>
                  </a:cubicBezTo>
                  <a:lnTo>
                    <a:pt x="2991486" y="271780"/>
                  </a:lnTo>
                  <a:lnTo>
                    <a:pt x="2991486" y="295910"/>
                  </a:lnTo>
                  <a:lnTo>
                    <a:pt x="2941955" y="295910"/>
                  </a:lnTo>
                  <a:close/>
                  <a:moveTo>
                    <a:pt x="2748915" y="38735"/>
                  </a:moveTo>
                  <a:lnTo>
                    <a:pt x="2711450" y="38735"/>
                  </a:lnTo>
                  <a:lnTo>
                    <a:pt x="2711450" y="635"/>
                  </a:lnTo>
                  <a:lnTo>
                    <a:pt x="2748915" y="635"/>
                  </a:lnTo>
                  <a:lnTo>
                    <a:pt x="2748915" y="38735"/>
                  </a:lnTo>
                  <a:close/>
                  <a:moveTo>
                    <a:pt x="2680971" y="272415"/>
                  </a:moveTo>
                  <a:lnTo>
                    <a:pt x="2712086" y="267335"/>
                  </a:lnTo>
                  <a:lnTo>
                    <a:pt x="2712086" y="120650"/>
                  </a:lnTo>
                  <a:lnTo>
                    <a:pt x="2680971" y="115570"/>
                  </a:lnTo>
                  <a:lnTo>
                    <a:pt x="2680971" y="91440"/>
                  </a:lnTo>
                  <a:lnTo>
                    <a:pt x="2748915" y="91440"/>
                  </a:lnTo>
                  <a:lnTo>
                    <a:pt x="2748915" y="267335"/>
                  </a:lnTo>
                  <a:lnTo>
                    <a:pt x="2780030" y="272415"/>
                  </a:lnTo>
                  <a:lnTo>
                    <a:pt x="2780030" y="296545"/>
                  </a:lnTo>
                  <a:lnTo>
                    <a:pt x="2680971" y="296545"/>
                  </a:lnTo>
                  <a:lnTo>
                    <a:pt x="2680971" y="272415"/>
                  </a:lnTo>
                  <a:close/>
                  <a:moveTo>
                    <a:pt x="2485390" y="201930"/>
                  </a:moveTo>
                  <a:cubicBezTo>
                    <a:pt x="2485390" y="222250"/>
                    <a:pt x="2489836" y="238760"/>
                    <a:pt x="2498090" y="251460"/>
                  </a:cubicBezTo>
                  <a:cubicBezTo>
                    <a:pt x="2506346" y="264160"/>
                    <a:pt x="2519680" y="270510"/>
                    <a:pt x="2537461" y="270510"/>
                  </a:cubicBezTo>
                  <a:cubicBezTo>
                    <a:pt x="2548255" y="270510"/>
                    <a:pt x="2557780" y="267970"/>
                    <a:pt x="2565400" y="262890"/>
                  </a:cubicBezTo>
                  <a:cubicBezTo>
                    <a:pt x="2573021" y="257810"/>
                    <a:pt x="2579371" y="250825"/>
                    <a:pt x="2584450" y="241300"/>
                  </a:cubicBezTo>
                  <a:lnTo>
                    <a:pt x="2584450" y="146050"/>
                  </a:lnTo>
                  <a:cubicBezTo>
                    <a:pt x="2579371" y="137160"/>
                    <a:pt x="2573655" y="130810"/>
                    <a:pt x="2565400" y="125730"/>
                  </a:cubicBezTo>
                  <a:cubicBezTo>
                    <a:pt x="2557780" y="120650"/>
                    <a:pt x="2548255" y="118110"/>
                    <a:pt x="2537461" y="118110"/>
                  </a:cubicBezTo>
                  <a:cubicBezTo>
                    <a:pt x="2519680" y="118110"/>
                    <a:pt x="2506346" y="125730"/>
                    <a:pt x="2498090" y="140335"/>
                  </a:cubicBezTo>
                  <a:cubicBezTo>
                    <a:pt x="2489836" y="154940"/>
                    <a:pt x="2485390" y="173990"/>
                    <a:pt x="2485390" y="198120"/>
                  </a:cubicBezTo>
                  <a:lnTo>
                    <a:pt x="2485390" y="201930"/>
                  </a:lnTo>
                  <a:close/>
                  <a:moveTo>
                    <a:pt x="2585721" y="271780"/>
                  </a:moveTo>
                  <a:cubicBezTo>
                    <a:pt x="2578736" y="281305"/>
                    <a:pt x="2570480" y="288290"/>
                    <a:pt x="2560955" y="292735"/>
                  </a:cubicBezTo>
                  <a:cubicBezTo>
                    <a:pt x="2551430" y="297815"/>
                    <a:pt x="2540000" y="299720"/>
                    <a:pt x="2527300" y="299720"/>
                  </a:cubicBezTo>
                  <a:cubicBezTo>
                    <a:pt x="2502536" y="299720"/>
                    <a:pt x="2482850" y="290830"/>
                    <a:pt x="2468880" y="272415"/>
                  </a:cubicBezTo>
                  <a:cubicBezTo>
                    <a:pt x="2454911" y="254635"/>
                    <a:pt x="2447925" y="230505"/>
                    <a:pt x="2447925" y="200660"/>
                  </a:cubicBezTo>
                  <a:lnTo>
                    <a:pt x="2447925" y="196850"/>
                  </a:lnTo>
                  <a:cubicBezTo>
                    <a:pt x="2447925" y="163830"/>
                    <a:pt x="2454911" y="137160"/>
                    <a:pt x="2468880" y="116840"/>
                  </a:cubicBezTo>
                  <a:cubicBezTo>
                    <a:pt x="2482850" y="96520"/>
                    <a:pt x="2502536" y="86360"/>
                    <a:pt x="2527936" y="86360"/>
                  </a:cubicBezTo>
                  <a:cubicBezTo>
                    <a:pt x="2540000" y="86360"/>
                    <a:pt x="2550796" y="88900"/>
                    <a:pt x="2560321" y="93345"/>
                  </a:cubicBezTo>
                  <a:cubicBezTo>
                    <a:pt x="2569846" y="97790"/>
                    <a:pt x="2577465" y="104140"/>
                    <a:pt x="2583815" y="113030"/>
                  </a:cubicBezTo>
                  <a:lnTo>
                    <a:pt x="2583815" y="29210"/>
                  </a:lnTo>
                  <a:lnTo>
                    <a:pt x="2552700" y="24130"/>
                  </a:lnTo>
                  <a:lnTo>
                    <a:pt x="2552700" y="0"/>
                  </a:lnTo>
                  <a:lnTo>
                    <a:pt x="2583815" y="0"/>
                  </a:lnTo>
                  <a:lnTo>
                    <a:pt x="2621280" y="0"/>
                  </a:lnTo>
                  <a:lnTo>
                    <a:pt x="2621280" y="266065"/>
                  </a:lnTo>
                  <a:lnTo>
                    <a:pt x="2652396" y="271145"/>
                  </a:lnTo>
                  <a:lnTo>
                    <a:pt x="2652396" y="295275"/>
                  </a:lnTo>
                  <a:lnTo>
                    <a:pt x="2588896" y="295275"/>
                  </a:lnTo>
                  <a:lnTo>
                    <a:pt x="2585721" y="271780"/>
                  </a:lnTo>
                  <a:close/>
                  <a:moveTo>
                    <a:pt x="2194561" y="272415"/>
                  </a:moveTo>
                  <a:lnTo>
                    <a:pt x="2225675" y="267335"/>
                  </a:lnTo>
                  <a:lnTo>
                    <a:pt x="2225675" y="120650"/>
                  </a:lnTo>
                  <a:lnTo>
                    <a:pt x="2194561" y="115570"/>
                  </a:lnTo>
                  <a:lnTo>
                    <a:pt x="2194561" y="91440"/>
                  </a:lnTo>
                  <a:lnTo>
                    <a:pt x="2258696" y="91440"/>
                  </a:lnTo>
                  <a:lnTo>
                    <a:pt x="2261236" y="121920"/>
                  </a:lnTo>
                  <a:cubicBezTo>
                    <a:pt x="2268221" y="111125"/>
                    <a:pt x="2276475" y="102870"/>
                    <a:pt x="2286636" y="96520"/>
                  </a:cubicBezTo>
                  <a:cubicBezTo>
                    <a:pt x="2296796" y="90805"/>
                    <a:pt x="2308861" y="87630"/>
                    <a:pt x="2321561" y="87630"/>
                  </a:cubicBezTo>
                  <a:cubicBezTo>
                    <a:pt x="2343786" y="87630"/>
                    <a:pt x="2360930" y="93980"/>
                    <a:pt x="2372996" y="107315"/>
                  </a:cubicBezTo>
                  <a:cubicBezTo>
                    <a:pt x="2385061" y="120015"/>
                    <a:pt x="2391411" y="140335"/>
                    <a:pt x="2391411" y="167005"/>
                  </a:cubicBezTo>
                  <a:lnTo>
                    <a:pt x="2391411" y="267335"/>
                  </a:lnTo>
                  <a:lnTo>
                    <a:pt x="2422525" y="272415"/>
                  </a:lnTo>
                  <a:lnTo>
                    <a:pt x="2422525" y="296545"/>
                  </a:lnTo>
                  <a:lnTo>
                    <a:pt x="2323465" y="296545"/>
                  </a:lnTo>
                  <a:lnTo>
                    <a:pt x="2323465" y="272415"/>
                  </a:lnTo>
                  <a:lnTo>
                    <a:pt x="2354580" y="267335"/>
                  </a:lnTo>
                  <a:lnTo>
                    <a:pt x="2354580" y="167640"/>
                  </a:lnTo>
                  <a:cubicBezTo>
                    <a:pt x="2354580" y="149225"/>
                    <a:pt x="2350771" y="136525"/>
                    <a:pt x="2343786" y="128905"/>
                  </a:cubicBezTo>
                  <a:cubicBezTo>
                    <a:pt x="2336800" y="121285"/>
                    <a:pt x="2326005" y="117475"/>
                    <a:pt x="2311400" y="117475"/>
                  </a:cubicBezTo>
                  <a:cubicBezTo>
                    <a:pt x="2300605" y="117475"/>
                    <a:pt x="2291080" y="120015"/>
                    <a:pt x="2282825" y="125095"/>
                  </a:cubicBezTo>
                  <a:cubicBezTo>
                    <a:pt x="2274571" y="130175"/>
                    <a:pt x="2268221" y="137160"/>
                    <a:pt x="2263140" y="146050"/>
                  </a:cubicBezTo>
                  <a:lnTo>
                    <a:pt x="2263140" y="266700"/>
                  </a:lnTo>
                  <a:lnTo>
                    <a:pt x="2294255" y="271780"/>
                  </a:lnTo>
                  <a:lnTo>
                    <a:pt x="2294255" y="295910"/>
                  </a:lnTo>
                  <a:lnTo>
                    <a:pt x="2195196" y="295910"/>
                  </a:lnTo>
                  <a:lnTo>
                    <a:pt x="2195196" y="272415"/>
                  </a:lnTo>
                  <a:close/>
                  <a:moveTo>
                    <a:pt x="2071371" y="44450"/>
                  </a:moveTo>
                  <a:lnTo>
                    <a:pt x="2071371" y="20320"/>
                  </a:lnTo>
                  <a:lnTo>
                    <a:pt x="2170430" y="20320"/>
                  </a:lnTo>
                  <a:lnTo>
                    <a:pt x="2170430" y="44450"/>
                  </a:lnTo>
                  <a:lnTo>
                    <a:pt x="2139315" y="49530"/>
                  </a:lnTo>
                  <a:lnTo>
                    <a:pt x="2139315" y="266700"/>
                  </a:lnTo>
                  <a:lnTo>
                    <a:pt x="2170430" y="271780"/>
                  </a:lnTo>
                  <a:lnTo>
                    <a:pt x="2170430" y="295910"/>
                  </a:lnTo>
                  <a:lnTo>
                    <a:pt x="2071371" y="295910"/>
                  </a:lnTo>
                  <a:lnTo>
                    <a:pt x="2071371" y="272415"/>
                  </a:lnTo>
                  <a:lnTo>
                    <a:pt x="2102486" y="267335"/>
                  </a:lnTo>
                  <a:lnTo>
                    <a:pt x="2102486" y="50165"/>
                  </a:lnTo>
                  <a:lnTo>
                    <a:pt x="2071371" y="44450"/>
                  </a:lnTo>
                  <a:close/>
                  <a:moveTo>
                    <a:pt x="1944371" y="282575"/>
                  </a:moveTo>
                  <a:cubicBezTo>
                    <a:pt x="1944371" y="294640"/>
                    <a:pt x="1941196" y="307975"/>
                    <a:pt x="1934846" y="321310"/>
                  </a:cubicBezTo>
                  <a:cubicBezTo>
                    <a:pt x="1928496" y="334645"/>
                    <a:pt x="1920240" y="346075"/>
                    <a:pt x="1910080" y="354965"/>
                  </a:cubicBezTo>
                  <a:lnTo>
                    <a:pt x="1889125" y="340995"/>
                  </a:lnTo>
                  <a:cubicBezTo>
                    <a:pt x="1894840" y="332105"/>
                    <a:pt x="1899286" y="322580"/>
                    <a:pt x="1902461" y="313055"/>
                  </a:cubicBezTo>
                  <a:cubicBezTo>
                    <a:pt x="1905636" y="303530"/>
                    <a:pt x="1906905" y="293370"/>
                    <a:pt x="1906905" y="283210"/>
                  </a:cubicBezTo>
                  <a:lnTo>
                    <a:pt x="1906905" y="254635"/>
                  </a:lnTo>
                  <a:lnTo>
                    <a:pt x="1944371" y="254635"/>
                  </a:lnTo>
                  <a:lnTo>
                    <a:pt x="1944371" y="282575"/>
                  </a:lnTo>
                  <a:close/>
                  <a:moveTo>
                    <a:pt x="67945" y="137795"/>
                  </a:moveTo>
                  <a:lnTo>
                    <a:pt x="130175" y="137795"/>
                  </a:lnTo>
                  <a:cubicBezTo>
                    <a:pt x="143511" y="137160"/>
                    <a:pt x="154305" y="133350"/>
                    <a:pt x="162561" y="125730"/>
                  </a:cubicBezTo>
                  <a:cubicBezTo>
                    <a:pt x="170815" y="118110"/>
                    <a:pt x="175261" y="107950"/>
                    <a:pt x="175261" y="93980"/>
                  </a:cubicBezTo>
                  <a:cubicBezTo>
                    <a:pt x="175261" y="78740"/>
                    <a:pt x="170815" y="67945"/>
                    <a:pt x="161290" y="60325"/>
                  </a:cubicBezTo>
                  <a:cubicBezTo>
                    <a:pt x="151765" y="52705"/>
                    <a:pt x="138430" y="49530"/>
                    <a:pt x="120650" y="49530"/>
                  </a:cubicBezTo>
                  <a:lnTo>
                    <a:pt x="67945" y="49530"/>
                  </a:lnTo>
                  <a:lnTo>
                    <a:pt x="67945" y="137795"/>
                  </a:lnTo>
                  <a:close/>
                  <a:moveTo>
                    <a:pt x="67945" y="167005"/>
                  </a:moveTo>
                  <a:lnTo>
                    <a:pt x="67945" y="267335"/>
                  </a:lnTo>
                  <a:lnTo>
                    <a:pt x="132080" y="267335"/>
                  </a:lnTo>
                  <a:cubicBezTo>
                    <a:pt x="149225" y="267335"/>
                    <a:pt x="162561" y="262890"/>
                    <a:pt x="172086" y="254635"/>
                  </a:cubicBezTo>
                  <a:cubicBezTo>
                    <a:pt x="181611" y="246380"/>
                    <a:pt x="186055" y="234315"/>
                    <a:pt x="186055" y="219075"/>
                  </a:cubicBezTo>
                  <a:cubicBezTo>
                    <a:pt x="186055" y="203200"/>
                    <a:pt x="182245" y="189865"/>
                    <a:pt x="173990" y="180975"/>
                  </a:cubicBezTo>
                  <a:cubicBezTo>
                    <a:pt x="166370" y="171450"/>
                    <a:pt x="154305" y="167005"/>
                    <a:pt x="137795" y="167005"/>
                  </a:cubicBezTo>
                  <a:lnTo>
                    <a:pt x="67945" y="167005"/>
                  </a:lnTo>
                  <a:close/>
                  <a:moveTo>
                    <a:pt x="120650" y="20320"/>
                  </a:moveTo>
                  <a:cubicBezTo>
                    <a:pt x="149225" y="20320"/>
                    <a:pt x="172086" y="26670"/>
                    <a:pt x="187961" y="38735"/>
                  </a:cubicBezTo>
                  <a:cubicBezTo>
                    <a:pt x="204470" y="51435"/>
                    <a:pt x="212090" y="69850"/>
                    <a:pt x="212090" y="94615"/>
                  </a:cubicBezTo>
                  <a:cubicBezTo>
                    <a:pt x="212090" y="106680"/>
                    <a:pt x="208280" y="118110"/>
                    <a:pt x="200661" y="127635"/>
                  </a:cubicBezTo>
                  <a:cubicBezTo>
                    <a:pt x="193040" y="137160"/>
                    <a:pt x="182880" y="144145"/>
                    <a:pt x="170180" y="149225"/>
                  </a:cubicBezTo>
                  <a:cubicBezTo>
                    <a:pt x="186690" y="153035"/>
                    <a:pt x="200025" y="160655"/>
                    <a:pt x="209550" y="173355"/>
                  </a:cubicBezTo>
                  <a:cubicBezTo>
                    <a:pt x="219075" y="186055"/>
                    <a:pt x="224155" y="200660"/>
                    <a:pt x="224155" y="217805"/>
                  </a:cubicBezTo>
                  <a:cubicBezTo>
                    <a:pt x="224155" y="243205"/>
                    <a:pt x="215900" y="262255"/>
                    <a:pt x="199390" y="275590"/>
                  </a:cubicBezTo>
                  <a:cubicBezTo>
                    <a:pt x="182880" y="288925"/>
                    <a:pt x="160655" y="295275"/>
                    <a:pt x="132715" y="295275"/>
                  </a:cubicBezTo>
                  <a:lnTo>
                    <a:pt x="0" y="295275"/>
                  </a:lnTo>
                  <a:lnTo>
                    <a:pt x="0" y="272415"/>
                  </a:lnTo>
                  <a:lnTo>
                    <a:pt x="31115" y="267335"/>
                  </a:lnTo>
                  <a:lnTo>
                    <a:pt x="31115" y="50165"/>
                  </a:lnTo>
                  <a:lnTo>
                    <a:pt x="0" y="45085"/>
                  </a:lnTo>
                  <a:lnTo>
                    <a:pt x="0" y="20955"/>
                  </a:lnTo>
                  <a:lnTo>
                    <a:pt x="31115" y="20955"/>
                  </a:lnTo>
                  <a:lnTo>
                    <a:pt x="120650" y="2095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0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  <p:sp>
          <p:nvSpPr>
            <p:cNvPr id="5" name="Freeform: Shape 265">
              <a:extLst>
                <a:ext uri="{FF2B5EF4-FFF2-40B4-BE49-F238E27FC236}">
                  <a16:creationId xmlns:a16="http://schemas.microsoft.com/office/drawing/2014/main" id="{AD1C74AB-6F7D-F453-7EE7-1A3843809192}"/>
                </a:ext>
              </a:extLst>
            </p:cNvPr>
            <p:cNvSpPr/>
            <p:nvPr/>
          </p:nvSpPr>
          <p:spPr>
            <a:xfrm>
              <a:off x="1355725" y="2265679"/>
              <a:ext cx="705485" cy="617220"/>
            </a:xfrm>
            <a:custGeom>
              <a:avLst/>
              <a:gdLst>
                <a:gd name="connsiteX0" fmla="*/ 0 w 705485"/>
                <a:gd name="connsiteY0" fmla="*/ 308610 h 617220"/>
                <a:gd name="connsiteX1" fmla="*/ 308610 w 705485"/>
                <a:gd name="connsiteY1" fmla="*/ 617220 h 617220"/>
                <a:gd name="connsiteX2" fmla="*/ 705485 w 705485"/>
                <a:gd name="connsiteY2" fmla="*/ 220980 h 617220"/>
                <a:gd name="connsiteX3" fmla="*/ 617220 w 705485"/>
                <a:gd name="connsiteY3" fmla="*/ 132715 h 617220"/>
                <a:gd name="connsiteX4" fmla="*/ 308610 w 705485"/>
                <a:gd name="connsiteY4" fmla="*/ 440690 h 617220"/>
                <a:gd name="connsiteX5" fmla="*/ 176530 w 705485"/>
                <a:gd name="connsiteY5" fmla="*/ 308610 h 617220"/>
                <a:gd name="connsiteX6" fmla="*/ 308610 w 705485"/>
                <a:gd name="connsiteY6" fmla="*/ 176530 h 617220"/>
                <a:gd name="connsiteX7" fmla="*/ 396875 w 705485"/>
                <a:gd name="connsiteY7" fmla="*/ 264795 h 617220"/>
                <a:gd name="connsiteX8" fmla="*/ 484505 w 705485"/>
                <a:gd name="connsiteY8" fmla="*/ 176530 h 617220"/>
                <a:gd name="connsiteX9" fmla="*/ 308610 w 705485"/>
                <a:gd name="connsiteY9" fmla="*/ 0 h 61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5485" h="617220">
                  <a:moveTo>
                    <a:pt x="0" y="308610"/>
                  </a:moveTo>
                  <a:lnTo>
                    <a:pt x="308610" y="617220"/>
                  </a:lnTo>
                  <a:lnTo>
                    <a:pt x="705485" y="220980"/>
                  </a:lnTo>
                  <a:lnTo>
                    <a:pt x="617220" y="132715"/>
                  </a:lnTo>
                  <a:lnTo>
                    <a:pt x="308610" y="440690"/>
                  </a:lnTo>
                  <a:lnTo>
                    <a:pt x="176530" y="308610"/>
                  </a:lnTo>
                  <a:lnTo>
                    <a:pt x="308610" y="176530"/>
                  </a:lnTo>
                  <a:lnTo>
                    <a:pt x="396875" y="264795"/>
                  </a:lnTo>
                  <a:lnTo>
                    <a:pt x="484505" y="176530"/>
                  </a:lnTo>
                  <a:lnTo>
                    <a:pt x="308610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0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  <p:sp>
          <p:nvSpPr>
            <p:cNvPr id="6" name="Freeform: Shape 266">
              <a:extLst>
                <a:ext uri="{FF2B5EF4-FFF2-40B4-BE49-F238E27FC236}">
                  <a16:creationId xmlns:a16="http://schemas.microsoft.com/office/drawing/2014/main" id="{5D70B9BA-674B-1F02-DFE3-4C1B81DB4219}"/>
                </a:ext>
              </a:extLst>
            </p:cNvPr>
            <p:cNvSpPr/>
            <p:nvPr/>
          </p:nvSpPr>
          <p:spPr>
            <a:xfrm>
              <a:off x="2589529" y="2266314"/>
              <a:ext cx="705485" cy="617220"/>
            </a:xfrm>
            <a:custGeom>
              <a:avLst/>
              <a:gdLst>
                <a:gd name="connsiteX0" fmla="*/ 705485 w 705485"/>
                <a:gd name="connsiteY0" fmla="*/ 308610 h 617220"/>
                <a:gd name="connsiteX1" fmla="*/ 396875 w 705485"/>
                <a:gd name="connsiteY1" fmla="*/ 617220 h 617220"/>
                <a:gd name="connsiteX2" fmla="*/ 220345 w 705485"/>
                <a:gd name="connsiteY2" fmla="*/ 440690 h 617220"/>
                <a:gd name="connsiteX3" fmla="*/ 308610 w 705485"/>
                <a:gd name="connsiteY3" fmla="*/ 352425 h 617220"/>
                <a:gd name="connsiteX4" fmla="*/ 396875 w 705485"/>
                <a:gd name="connsiteY4" fmla="*/ 440690 h 617220"/>
                <a:gd name="connsiteX5" fmla="*/ 528955 w 705485"/>
                <a:gd name="connsiteY5" fmla="*/ 308610 h 617220"/>
                <a:gd name="connsiteX6" fmla="*/ 396875 w 705485"/>
                <a:gd name="connsiteY6" fmla="*/ 176530 h 617220"/>
                <a:gd name="connsiteX7" fmla="*/ 88265 w 705485"/>
                <a:gd name="connsiteY7" fmla="*/ 485140 h 617220"/>
                <a:gd name="connsiteX8" fmla="*/ 0 w 705485"/>
                <a:gd name="connsiteY8" fmla="*/ 396875 h 617220"/>
                <a:gd name="connsiteX9" fmla="*/ 396875 w 705485"/>
                <a:gd name="connsiteY9" fmla="*/ 0 h 61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5485" h="617220">
                  <a:moveTo>
                    <a:pt x="705485" y="308610"/>
                  </a:moveTo>
                  <a:lnTo>
                    <a:pt x="396875" y="617220"/>
                  </a:lnTo>
                  <a:lnTo>
                    <a:pt x="220345" y="440690"/>
                  </a:lnTo>
                  <a:lnTo>
                    <a:pt x="308610" y="352425"/>
                  </a:lnTo>
                  <a:lnTo>
                    <a:pt x="396875" y="440690"/>
                  </a:lnTo>
                  <a:lnTo>
                    <a:pt x="528955" y="308610"/>
                  </a:lnTo>
                  <a:lnTo>
                    <a:pt x="396875" y="176530"/>
                  </a:lnTo>
                  <a:lnTo>
                    <a:pt x="88265" y="485140"/>
                  </a:lnTo>
                  <a:lnTo>
                    <a:pt x="0" y="396875"/>
                  </a:lnTo>
                  <a:lnTo>
                    <a:pt x="39687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0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  <p:sp>
          <p:nvSpPr>
            <p:cNvPr id="7" name="Freeform: Shape 267">
              <a:extLst>
                <a:ext uri="{FF2B5EF4-FFF2-40B4-BE49-F238E27FC236}">
                  <a16:creationId xmlns:a16="http://schemas.microsoft.com/office/drawing/2014/main" id="{5842F193-3BF8-334E-108A-75ED960F9B2E}"/>
                </a:ext>
              </a:extLst>
            </p:cNvPr>
            <p:cNvSpPr/>
            <p:nvPr/>
          </p:nvSpPr>
          <p:spPr>
            <a:xfrm>
              <a:off x="1796414" y="1824989"/>
              <a:ext cx="485139" cy="705485"/>
            </a:xfrm>
            <a:custGeom>
              <a:avLst/>
              <a:gdLst>
                <a:gd name="connsiteX0" fmla="*/ 0 w 485139"/>
                <a:gd name="connsiteY0" fmla="*/ 308610 h 705485"/>
                <a:gd name="connsiteX1" fmla="*/ 308610 w 485139"/>
                <a:gd name="connsiteY1" fmla="*/ 0 h 705485"/>
                <a:gd name="connsiteX2" fmla="*/ 485140 w 485139"/>
                <a:gd name="connsiteY2" fmla="*/ 176530 h 705485"/>
                <a:gd name="connsiteX3" fmla="*/ 396875 w 485139"/>
                <a:gd name="connsiteY3" fmla="*/ 264795 h 705485"/>
                <a:gd name="connsiteX4" fmla="*/ 308610 w 485139"/>
                <a:gd name="connsiteY4" fmla="*/ 176530 h 705485"/>
                <a:gd name="connsiteX5" fmla="*/ 176530 w 485139"/>
                <a:gd name="connsiteY5" fmla="*/ 308610 h 705485"/>
                <a:gd name="connsiteX6" fmla="*/ 485140 w 485139"/>
                <a:gd name="connsiteY6" fmla="*/ 617220 h 705485"/>
                <a:gd name="connsiteX7" fmla="*/ 396875 w 485139"/>
                <a:gd name="connsiteY7" fmla="*/ 705485 h 70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5139" h="705485">
                  <a:moveTo>
                    <a:pt x="0" y="308610"/>
                  </a:moveTo>
                  <a:lnTo>
                    <a:pt x="308610" y="0"/>
                  </a:lnTo>
                  <a:lnTo>
                    <a:pt x="485140" y="176530"/>
                  </a:lnTo>
                  <a:lnTo>
                    <a:pt x="396875" y="264795"/>
                  </a:lnTo>
                  <a:lnTo>
                    <a:pt x="308610" y="176530"/>
                  </a:lnTo>
                  <a:lnTo>
                    <a:pt x="176530" y="308610"/>
                  </a:lnTo>
                  <a:lnTo>
                    <a:pt x="485140" y="617220"/>
                  </a:lnTo>
                  <a:lnTo>
                    <a:pt x="396875" y="70548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0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  <p:sp>
          <p:nvSpPr>
            <p:cNvPr id="8" name="Freeform: Shape 268">
              <a:extLst>
                <a:ext uri="{FF2B5EF4-FFF2-40B4-BE49-F238E27FC236}">
                  <a16:creationId xmlns:a16="http://schemas.microsoft.com/office/drawing/2014/main" id="{532E13EE-3BB4-711A-AE06-0EAE12ACC947}"/>
                </a:ext>
              </a:extLst>
            </p:cNvPr>
            <p:cNvSpPr/>
            <p:nvPr/>
          </p:nvSpPr>
          <p:spPr>
            <a:xfrm>
              <a:off x="2369185" y="2618739"/>
              <a:ext cx="485139" cy="704850"/>
            </a:xfrm>
            <a:custGeom>
              <a:avLst/>
              <a:gdLst>
                <a:gd name="connsiteX0" fmla="*/ 485140 w 485139"/>
                <a:gd name="connsiteY0" fmla="*/ 396240 h 704850"/>
                <a:gd name="connsiteX1" fmla="*/ 176530 w 485139"/>
                <a:gd name="connsiteY1" fmla="*/ 704850 h 704850"/>
                <a:gd name="connsiteX2" fmla="*/ 0 w 485139"/>
                <a:gd name="connsiteY2" fmla="*/ 528320 h 704850"/>
                <a:gd name="connsiteX3" fmla="*/ 88265 w 485139"/>
                <a:gd name="connsiteY3" fmla="*/ 440690 h 704850"/>
                <a:gd name="connsiteX4" fmla="*/ 176530 w 485139"/>
                <a:gd name="connsiteY4" fmla="*/ 528320 h 704850"/>
                <a:gd name="connsiteX5" fmla="*/ 308610 w 485139"/>
                <a:gd name="connsiteY5" fmla="*/ 396240 h 704850"/>
                <a:gd name="connsiteX6" fmla="*/ 0 w 485139"/>
                <a:gd name="connsiteY6" fmla="*/ 87630 h 704850"/>
                <a:gd name="connsiteX7" fmla="*/ 88265 w 485139"/>
                <a:gd name="connsiteY7" fmla="*/ 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5139" h="704850">
                  <a:moveTo>
                    <a:pt x="485140" y="396240"/>
                  </a:moveTo>
                  <a:lnTo>
                    <a:pt x="176530" y="704850"/>
                  </a:lnTo>
                  <a:lnTo>
                    <a:pt x="0" y="528320"/>
                  </a:lnTo>
                  <a:lnTo>
                    <a:pt x="88265" y="440690"/>
                  </a:lnTo>
                  <a:lnTo>
                    <a:pt x="176530" y="528320"/>
                  </a:lnTo>
                  <a:lnTo>
                    <a:pt x="308610" y="396240"/>
                  </a:lnTo>
                  <a:lnTo>
                    <a:pt x="0" y="87630"/>
                  </a:lnTo>
                  <a:lnTo>
                    <a:pt x="8826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0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  <p:sp>
          <p:nvSpPr>
            <p:cNvPr id="9" name="Freeform: Shape 269">
              <a:extLst>
                <a:ext uri="{FF2B5EF4-FFF2-40B4-BE49-F238E27FC236}">
                  <a16:creationId xmlns:a16="http://schemas.microsoft.com/office/drawing/2014/main" id="{03D5B9DC-53F4-FEBE-6654-0DDF8EA235F2}"/>
                </a:ext>
              </a:extLst>
            </p:cNvPr>
            <p:cNvSpPr/>
            <p:nvPr/>
          </p:nvSpPr>
          <p:spPr>
            <a:xfrm>
              <a:off x="2148839" y="1824989"/>
              <a:ext cx="705485" cy="705485"/>
            </a:xfrm>
            <a:custGeom>
              <a:avLst/>
              <a:gdLst>
                <a:gd name="connsiteX0" fmla="*/ 0 w 705485"/>
                <a:gd name="connsiteY0" fmla="*/ 396875 h 705485"/>
                <a:gd name="connsiteX1" fmla="*/ 88265 w 705485"/>
                <a:gd name="connsiteY1" fmla="*/ 485140 h 705485"/>
                <a:gd name="connsiteX2" fmla="*/ 176530 w 705485"/>
                <a:gd name="connsiteY2" fmla="*/ 396875 h 705485"/>
                <a:gd name="connsiteX3" fmla="*/ 485140 w 705485"/>
                <a:gd name="connsiteY3" fmla="*/ 705485 h 705485"/>
                <a:gd name="connsiteX4" fmla="*/ 572770 w 705485"/>
                <a:gd name="connsiteY4" fmla="*/ 617220 h 705485"/>
                <a:gd name="connsiteX5" fmla="*/ 264795 w 705485"/>
                <a:gd name="connsiteY5" fmla="*/ 308610 h 705485"/>
                <a:gd name="connsiteX6" fmla="*/ 396875 w 705485"/>
                <a:gd name="connsiteY6" fmla="*/ 176530 h 705485"/>
                <a:gd name="connsiteX7" fmla="*/ 528955 w 705485"/>
                <a:gd name="connsiteY7" fmla="*/ 308610 h 705485"/>
                <a:gd name="connsiteX8" fmla="*/ 440690 w 705485"/>
                <a:gd name="connsiteY8" fmla="*/ 396875 h 705485"/>
                <a:gd name="connsiteX9" fmla="*/ 528955 w 705485"/>
                <a:gd name="connsiteY9" fmla="*/ 485140 h 705485"/>
                <a:gd name="connsiteX10" fmla="*/ 705485 w 705485"/>
                <a:gd name="connsiteY10" fmla="*/ 308610 h 705485"/>
                <a:gd name="connsiteX11" fmla="*/ 396875 w 705485"/>
                <a:gd name="connsiteY11" fmla="*/ 0 h 70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5485" h="705485">
                  <a:moveTo>
                    <a:pt x="0" y="396875"/>
                  </a:moveTo>
                  <a:lnTo>
                    <a:pt x="88265" y="485140"/>
                  </a:lnTo>
                  <a:lnTo>
                    <a:pt x="176530" y="396875"/>
                  </a:lnTo>
                  <a:lnTo>
                    <a:pt x="485140" y="705485"/>
                  </a:lnTo>
                  <a:lnTo>
                    <a:pt x="572770" y="617220"/>
                  </a:lnTo>
                  <a:lnTo>
                    <a:pt x="264795" y="308610"/>
                  </a:lnTo>
                  <a:lnTo>
                    <a:pt x="396875" y="176530"/>
                  </a:lnTo>
                  <a:lnTo>
                    <a:pt x="528955" y="308610"/>
                  </a:lnTo>
                  <a:lnTo>
                    <a:pt x="440690" y="396875"/>
                  </a:lnTo>
                  <a:lnTo>
                    <a:pt x="528955" y="485140"/>
                  </a:lnTo>
                  <a:lnTo>
                    <a:pt x="705485" y="308610"/>
                  </a:lnTo>
                  <a:lnTo>
                    <a:pt x="39687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0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  <p:sp>
          <p:nvSpPr>
            <p:cNvPr id="10" name="Freeform: Shape 270">
              <a:extLst>
                <a:ext uri="{FF2B5EF4-FFF2-40B4-BE49-F238E27FC236}">
                  <a16:creationId xmlns:a16="http://schemas.microsoft.com/office/drawing/2014/main" id="{094FFB9C-F759-1F77-581F-8869BC641EF0}"/>
                </a:ext>
              </a:extLst>
            </p:cNvPr>
            <p:cNvSpPr/>
            <p:nvPr/>
          </p:nvSpPr>
          <p:spPr>
            <a:xfrm>
              <a:off x="1796414" y="2618739"/>
              <a:ext cx="705485" cy="704850"/>
            </a:xfrm>
            <a:custGeom>
              <a:avLst/>
              <a:gdLst>
                <a:gd name="connsiteX0" fmla="*/ 528955 w 705485"/>
                <a:gd name="connsiteY0" fmla="*/ 308610 h 704850"/>
                <a:gd name="connsiteX1" fmla="*/ 220345 w 705485"/>
                <a:gd name="connsiteY1" fmla="*/ 0 h 704850"/>
                <a:gd name="connsiteX2" fmla="*/ 132080 w 705485"/>
                <a:gd name="connsiteY2" fmla="*/ 87630 h 704850"/>
                <a:gd name="connsiteX3" fmla="*/ 440690 w 705485"/>
                <a:gd name="connsiteY3" fmla="*/ 396240 h 704850"/>
                <a:gd name="connsiteX4" fmla="*/ 308610 w 705485"/>
                <a:gd name="connsiteY4" fmla="*/ 528320 h 704850"/>
                <a:gd name="connsiteX5" fmla="*/ 176530 w 705485"/>
                <a:gd name="connsiteY5" fmla="*/ 396240 h 704850"/>
                <a:gd name="connsiteX6" fmla="*/ 264160 w 705485"/>
                <a:gd name="connsiteY6" fmla="*/ 308610 h 704850"/>
                <a:gd name="connsiteX7" fmla="*/ 176530 w 705485"/>
                <a:gd name="connsiteY7" fmla="*/ 220345 h 704850"/>
                <a:gd name="connsiteX8" fmla="*/ 0 w 705485"/>
                <a:gd name="connsiteY8" fmla="*/ 396240 h 704850"/>
                <a:gd name="connsiteX9" fmla="*/ 308610 w 705485"/>
                <a:gd name="connsiteY9" fmla="*/ 704850 h 704850"/>
                <a:gd name="connsiteX10" fmla="*/ 705485 w 705485"/>
                <a:gd name="connsiteY10" fmla="*/ 308610 h 704850"/>
                <a:gd name="connsiteX11" fmla="*/ 617220 w 705485"/>
                <a:gd name="connsiteY11" fmla="*/ 220345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5485" h="704850">
                  <a:moveTo>
                    <a:pt x="528955" y="308610"/>
                  </a:moveTo>
                  <a:lnTo>
                    <a:pt x="220345" y="0"/>
                  </a:lnTo>
                  <a:lnTo>
                    <a:pt x="132080" y="87630"/>
                  </a:lnTo>
                  <a:lnTo>
                    <a:pt x="440690" y="396240"/>
                  </a:lnTo>
                  <a:lnTo>
                    <a:pt x="308610" y="528320"/>
                  </a:lnTo>
                  <a:lnTo>
                    <a:pt x="176530" y="396240"/>
                  </a:lnTo>
                  <a:lnTo>
                    <a:pt x="264160" y="308610"/>
                  </a:lnTo>
                  <a:lnTo>
                    <a:pt x="176530" y="220345"/>
                  </a:lnTo>
                  <a:lnTo>
                    <a:pt x="0" y="396240"/>
                  </a:lnTo>
                  <a:lnTo>
                    <a:pt x="308610" y="704850"/>
                  </a:lnTo>
                  <a:lnTo>
                    <a:pt x="705485" y="308610"/>
                  </a:lnTo>
                  <a:lnTo>
                    <a:pt x="617220" y="22034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0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  <p:sp>
          <p:nvSpPr>
            <p:cNvPr id="11" name="Freeform: Shape 271">
              <a:extLst>
                <a:ext uri="{FF2B5EF4-FFF2-40B4-BE49-F238E27FC236}">
                  <a16:creationId xmlns:a16="http://schemas.microsoft.com/office/drawing/2014/main" id="{567676CD-AFBB-8813-D582-BA93C6E5130F}"/>
                </a:ext>
              </a:extLst>
            </p:cNvPr>
            <p:cNvSpPr/>
            <p:nvPr/>
          </p:nvSpPr>
          <p:spPr>
            <a:xfrm>
              <a:off x="2148839" y="2398395"/>
              <a:ext cx="353060" cy="352425"/>
            </a:xfrm>
            <a:custGeom>
              <a:avLst/>
              <a:gdLst>
                <a:gd name="connsiteX0" fmla="*/ 88265 w 353060"/>
                <a:gd name="connsiteY0" fmla="*/ 352425 h 352425"/>
                <a:gd name="connsiteX1" fmla="*/ 0 w 353060"/>
                <a:gd name="connsiteY1" fmla="*/ 264160 h 352425"/>
                <a:gd name="connsiteX2" fmla="*/ 264795 w 353060"/>
                <a:gd name="connsiteY2" fmla="*/ 0 h 352425"/>
                <a:gd name="connsiteX3" fmla="*/ 353060 w 353060"/>
                <a:gd name="connsiteY3" fmla="*/ 87630 h 35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060" h="352425">
                  <a:moveTo>
                    <a:pt x="88265" y="352425"/>
                  </a:moveTo>
                  <a:lnTo>
                    <a:pt x="0" y="264160"/>
                  </a:lnTo>
                  <a:lnTo>
                    <a:pt x="264795" y="0"/>
                  </a:lnTo>
                  <a:lnTo>
                    <a:pt x="353060" y="8763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0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  <p:sp>
          <p:nvSpPr>
            <p:cNvPr id="12" name="Freeform: Shape 272">
              <a:extLst>
                <a:ext uri="{FF2B5EF4-FFF2-40B4-BE49-F238E27FC236}">
                  <a16:creationId xmlns:a16="http://schemas.microsoft.com/office/drawing/2014/main" id="{4C7F3F9A-630F-5DEC-5A58-E0EB8DEFC5A6}"/>
                </a:ext>
              </a:extLst>
            </p:cNvPr>
            <p:cNvSpPr/>
            <p:nvPr/>
          </p:nvSpPr>
          <p:spPr>
            <a:xfrm>
              <a:off x="2193289" y="1604644"/>
              <a:ext cx="264160" cy="264794"/>
            </a:xfrm>
            <a:custGeom>
              <a:avLst/>
              <a:gdLst>
                <a:gd name="connsiteX0" fmla="*/ 0 w 264160"/>
                <a:gd name="connsiteY0" fmla="*/ 132715 h 264794"/>
                <a:gd name="connsiteX1" fmla="*/ 132080 w 264160"/>
                <a:gd name="connsiteY1" fmla="*/ 264795 h 264794"/>
                <a:gd name="connsiteX2" fmla="*/ 264160 w 264160"/>
                <a:gd name="connsiteY2" fmla="*/ 132715 h 264794"/>
                <a:gd name="connsiteX3" fmla="*/ 132080 w 264160"/>
                <a:gd name="connsiteY3" fmla="*/ 0 h 264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4160" h="264794">
                  <a:moveTo>
                    <a:pt x="0" y="132715"/>
                  </a:moveTo>
                  <a:lnTo>
                    <a:pt x="132080" y="264795"/>
                  </a:lnTo>
                  <a:lnTo>
                    <a:pt x="264160" y="132715"/>
                  </a:lnTo>
                  <a:lnTo>
                    <a:pt x="132080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0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  <p:sp>
          <p:nvSpPr>
            <p:cNvPr id="13" name="Freeform: Shape 273">
              <a:extLst>
                <a:ext uri="{FF2B5EF4-FFF2-40B4-BE49-F238E27FC236}">
                  <a16:creationId xmlns:a16="http://schemas.microsoft.com/office/drawing/2014/main" id="{B5013C26-A1B7-58AA-B5A8-FCF8AD90A928}"/>
                </a:ext>
              </a:extLst>
            </p:cNvPr>
            <p:cNvSpPr/>
            <p:nvPr/>
          </p:nvSpPr>
          <p:spPr>
            <a:xfrm>
              <a:off x="2193289" y="3279775"/>
              <a:ext cx="264160" cy="264159"/>
            </a:xfrm>
            <a:custGeom>
              <a:avLst/>
              <a:gdLst>
                <a:gd name="connsiteX0" fmla="*/ 0 w 264160"/>
                <a:gd name="connsiteY0" fmla="*/ 132080 h 264159"/>
                <a:gd name="connsiteX1" fmla="*/ 132080 w 264160"/>
                <a:gd name="connsiteY1" fmla="*/ 264160 h 264159"/>
                <a:gd name="connsiteX2" fmla="*/ 264160 w 264160"/>
                <a:gd name="connsiteY2" fmla="*/ 132080 h 264159"/>
                <a:gd name="connsiteX3" fmla="*/ 132080 w 264160"/>
                <a:gd name="connsiteY3" fmla="*/ 0 h 264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4160" h="264159">
                  <a:moveTo>
                    <a:pt x="0" y="132080"/>
                  </a:moveTo>
                  <a:lnTo>
                    <a:pt x="132080" y="264160"/>
                  </a:lnTo>
                  <a:lnTo>
                    <a:pt x="264160" y="132080"/>
                  </a:lnTo>
                  <a:lnTo>
                    <a:pt x="132080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0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  <p:sp>
          <p:nvSpPr>
            <p:cNvPr id="14" name="Freeform: Shape 274">
              <a:extLst>
                <a:ext uri="{FF2B5EF4-FFF2-40B4-BE49-F238E27FC236}">
                  <a16:creationId xmlns:a16="http://schemas.microsoft.com/office/drawing/2014/main" id="{30669243-1685-6B7D-D2AE-EED44A8B42E3}"/>
                </a:ext>
              </a:extLst>
            </p:cNvPr>
            <p:cNvSpPr/>
            <p:nvPr/>
          </p:nvSpPr>
          <p:spPr>
            <a:xfrm>
              <a:off x="3973195" y="1605280"/>
              <a:ext cx="868679" cy="956309"/>
            </a:xfrm>
            <a:custGeom>
              <a:avLst/>
              <a:gdLst>
                <a:gd name="connsiteX0" fmla="*/ 532765 w 868679"/>
                <a:gd name="connsiteY0" fmla="*/ 416560 h 956309"/>
                <a:gd name="connsiteX1" fmla="*/ 592455 w 868679"/>
                <a:gd name="connsiteY1" fmla="*/ 405765 h 956309"/>
                <a:gd name="connsiteX2" fmla="*/ 610235 w 868679"/>
                <a:gd name="connsiteY2" fmla="*/ 274320 h 956309"/>
                <a:gd name="connsiteX3" fmla="*/ 592455 w 868679"/>
                <a:gd name="connsiteY3" fmla="*/ 140335 h 956309"/>
                <a:gd name="connsiteX4" fmla="*/ 532765 w 868679"/>
                <a:gd name="connsiteY4" fmla="*/ 129540 h 956309"/>
                <a:gd name="connsiteX5" fmla="*/ 274320 w 868679"/>
                <a:gd name="connsiteY5" fmla="*/ 129540 h 956309"/>
                <a:gd name="connsiteX6" fmla="*/ 274320 w 868679"/>
                <a:gd name="connsiteY6" fmla="*/ 416560 h 956309"/>
                <a:gd name="connsiteX7" fmla="*/ 532765 w 868679"/>
                <a:gd name="connsiteY7" fmla="*/ 416560 h 956309"/>
                <a:gd name="connsiteX8" fmla="*/ 759460 w 868679"/>
                <a:gd name="connsiteY8" fmla="*/ 824230 h 956309"/>
                <a:gd name="connsiteX9" fmla="*/ 868680 w 868679"/>
                <a:gd name="connsiteY9" fmla="*/ 824230 h 956309"/>
                <a:gd name="connsiteX10" fmla="*/ 868680 w 868679"/>
                <a:gd name="connsiteY10" fmla="*/ 956310 h 956309"/>
                <a:gd name="connsiteX11" fmla="*/ 730250 w 868679"/>
                <a:gd name="connsiteY11" fmla="*/ 956310 h 956309"/>
                <a:gd name="connsiteX12" fmla="*/ 636270 w 868679"/>
                <a:gd name="connsiteY12" fmla="*/ 930275 h 956309"/>
                <a:gd name="connsiteX13" fmla="*/ 599440 w 868679"/>
                <a:gd name="connsiteY13" fmla="*/ 683895 h 956309"/>
                <a:gd name="connsiteX14" fmla="*/ 569595 w 868679"/>
                <a:gd name="connsiteY14" fmla="*/ 565150 h 956309"/>
                <a:gd name="connsiteX15" fmla="*/ 476885 w 868679"/>
                <a:gd name="connsiteY15" fmla="*/ 539115 h 956309"/>
                <a:gd name="connsiteX16" fmla="*/ 274320 w 868679"/>
                <a:gd name="connsiteY16" fmla="*/ 539115 h 956309"/>
                <a:gd name="connsiteX17" fmla="*/ 274320 w 868679"/>
                <a:gd name="connsiteY17" fmla="*/ 826770 h 956309"/>
                <a:gd name="connsiteX18" fmla="*/ 405765 w 868679"/>
                <a:gd name="connsiteY18" fmla="*/ 826770 h 956309"/>
                <a:gd name="connsiteX19" fmla="*/ 405765 w 868679"/>
                <a:gd name="connsiteY19" fmla="*/ 956310 h 956309"/>
                <a:gd name="connsiteX20" fmla="*/ 0 w 868679"/>
                <a:gd name="connsiteY20" fmla="*/ 956310 h 956309"/>
                <a:gd name="connsiteX21" fmla="*/ 0 w 868679"/>
                <a:gd name="connsiteY21" fmla="*/ 826770 h 956309"/>
                <a:gd name="connsiteX22" fmla="*/ 128270 w 868679"/>
                <a:gd name="connsiteY22" fmla="*/ 826770 h 956309"/>
                <a:gd name="connsiteX23" fmla="*/ 128270 w 868679"/>
                <a:gd name="connsiteY23" fmla="*/ 129540 h 956309"/>
                <a:gd name="connsiteX24" fmla="*/ 0 w 868679"/>
                <a:gd name="connsiteY24" fmla="*/ 129540 h 956309"/>
                <a:gd name="connsiteX25" fmla="*/ 0 w 868679"/>
                <a:gd name="connsiteY25" fmla="*/ 0 h 956309"/>
                <a:gd name="connsiteX26" fmla="*/ 580390 w 868679"/>
                <a:gd name="connsiteY26" fmla="*/ 0 h 956309"/>
                <a:gd name="connsiteX27" fmla="*/ 714375 w 868679"/>
                <a:gd name="connsiteY27" fmla="*/ 39370 h 956309"/>
                <a:gd name="connsiteX28" fmla="*/ 766445 w 868679"/>
                <a:gd name="connsiteY28" fmla="*/ 266700 h 956309"/>
                <a:gd name="connsiteX29" fmla="*/ 617220 w 868679"/>
                <a:gd name="connsiteY29" fmla="*/ 483870 h 956309"/>
                <a:gd name="connsiteX30" fmla="*/ 617220 w 868679"/>
                <a:gd name="connsiteY30" fmla="*/ 486410 h 956309"/>
                <a:gd name="connsiteX31" fmla="*/ 752475 w 868679"/>
                <a:gd name="connsiteY31" fmla="*/ 683260 h 956309"/>
                <a:gd name="connsiteX32" fmla="*/ 759460 w 868679"/>
                <a:gd name="connsiteY32" fmla="*/ 824230 h 95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68679" h="956309">
                  <a:moveTo>
                    <a:pt x="532765" y="416560"/>
                  </a:moveTo>
                  <a:cubicBezTo>
                    <a:pt x="572135" y="416560"/>
                    <a:pt x="585470" y="412115"/>
                    <a:pt x="592455" y="405765"/>
                  </a:cubicBezTo>
                  <a:cubicBezTo>
                    <a:pt x="605155" y="393065"/>
                    <a:pt x="610235" y="372745"/>
                    <a:pt x="610235" y="274320"/>
                  </a:cubicBezTo>
                  <a:cubicBezTo>
                    <a:pt x="610235" y="175895"/>
                    <a:pt x="605155" y="153035"/>
                    <a:pt x="592455" y="140335"/>
                  </a:cubicBezTo>
                  <a:cubicBezTo>
                    <a:pt x="586105" y="133350"/>
                    <a:pt x="572135" y="129540"/>
                    <a:pt x="532765" y="129540"/>
                  </a:cubicBezTo>
                  <a:lnTo>
                    <a:pt x="274320" y="129540"/>
                  </a:lnTo>
                  <a:lnTo>
                    <a:pt x="274320" y="416560"/>
                  </a:lnTo>
                  <a:lnTo>
                    <a:pt x="532765" y="416560"/>
                  </a:lnTo>
                  <a:close/>
                  <a:moveTo>
                    <a:pt x="759460" y="824230"/>
                  </a:moveTo>
                  <a:lnTo>
                    <a:pt x="868680" y="824230"/>
                  </a:lnTo>
                  <a:lnTo>
                    <a:pt x="868680" y="956310"/>
                  </a:lnTo>
                  <a:lnTo>
                    <a:pt x="730250" y="956310"/>
                  </a:lnTo>
                  <a:cubicBezTo>
                    <a:pt x="673100" y="956310"/>
                    <a:pt x="652780" y="946785"/>
                    <a:pt x="636270" y="930275"/>
                  </a:cubicBezTo>
                  <a:cubicBezTo>
                    <a:pt x="615950" y="909955"/>
                    <a:pt x="605155" y="872490"/>
                    <a:pt x="599440" y="683895"/>
                  </a:cubicBezTo>
                  <a:cubicBezTo>
                    <a:pt x="596900" y="607060"/>
                    <a:pt x="587375" y="582295"/>
                    <a:pt x="569595" y="565150"/>
                  </a:cubicBezTo>
                  <a:cubicBezTo>
                    <a:pt x="547370" y="543560"/>
                    <a:pt x="524510" y="539115"/>
                    <a:pt x="476885" y="539115"/>
                  </a:cubicBezTo>
                  <a:lnTo>
                    <a:pt x="274320" y="539115"/>
                  </a:lnTo>
                  <a:lnTo>
                    <a:pt x="274320" y="826770"/>
                  </a:lnTo>
                  <a:lnTo>
                    <a:pt x="405765" y="826770"/>
                  </a:lnTo>
                  <a:lnTo>
                    <a:pt x="405765" y="956310"/>
                  </a:lnTo>
                  <a:lnTo>
                    <a:pt x="0" y="956310"/>
                  </a:lnTo>
                  <a:lnTo>
                    <a:pt x="0" y="826770"/>
                  </a:lnTo>
                  <a:lnTo>
                    <a:pt x="128270" y="826770"/>
                  </a:lnTo>
                  <a:lnTo>
                    <a:pt x="128270" y="129540"/>
                  </a:lnTo>
                  <a:lnTo>
                    <a:pt x="0" y="129540"/>
                  </a:lnTo>
                  <a:lnTo>
                    <a:pt x="0" y="0"/>
                  </a:lnTo>
                  <a:lnTo>
                    <a:pt x="580390" y="0"/>
                  </a:lnTo>
                  <a:cubicBezTo>
                    <a:pt x="643255" y="0"/>
                    <a:pt x="685800" y="10795"/>
                    <a:pt x="714375" y="39370"/>
                  </a:cubicBezTo>
                  <a:cubicBezTo>
                    <a:pt x="751205" y="76200"/>
                    <a:pt x="766445" y="122555"/>
                    <a:pt x="766445" y="266700"/>
                  </a:cubicBezTo>
                  <a:cubicBezTo>
                    <a:pt x="766445" y="434975"/>
                    <a:pt x="726440" y="468630"/>
                    <a:pt x="617220" y="483870"/>
                  </a:cubicBezTo>
                  <a:lnTo>
                    <a:pt x="617220" y="486410"/>
                  </a:lnTo>
                  <a:cubicBezTo>
                    <a:pt x="718185" y="506095"/>
                    <a:pt x="746760" y="544195"/>
                    <a:pt x="752475" y="683260"/>
                  </a:cubicBezTo>
                  <a:cubicBezTo>
                    <a:pt x="753745" y="725170"/>
                    <a:pt x="756920" y="781685"/>
                    <a:pt x="759460" y="82423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0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  <p:sp>
          <p:nvSpPr>
            <p:cNvPr id="15" name="Freeform: Shape 275">
              <a:extLst>
                <a:ext uri="{FF2B5EF4-FFF2-40B4-BE49-F238E27FC236}">
                  <a16:creationId xmlns:a16="http://schemas.microsoft.com/office/drawing/2014/main" id="{6A1F4136-785A-9CF0-D7A5-E2605F5B48EB}"/>
                </a:ext>
              </a:extLst>
            </p:cNvPr>
            <p:cNvSpPr/>
            <p:nvPr/>
          </p:nvSpPr>
          <p:spPr>
            <a:xfrm>
              <a:off x="4950459" y="1605280"/>
              <a:ext cx="759460" cy="956309"/>
            </a:xfrm>
            <a:custGeom>
              <a:avLst/>
              <a:gdLst>
                <a:gd name="connsiteX0" fmla="*/ 0 w 759460"/>
                <a:gd name="connsiteY0" fmla="*/ 0 h 956309"/>
                <a:gd name="connsiteX1" fmla="*/ 0 w 759460"/>
                <a:gd name="connsiteY1" fmla="*/ 129540 h 956309"/>
                <a:gd name="connsiteX2" fmla="*/ 127635 w 759460"/>
                <a:gd name="connsiteY2" fmla="*/ 129540 h 956309"/>
                <a:gd name="connsiteX3" fmla="*/ 127635 w 759460"/>
                <a:gd name="connsiteY3" fmla="*/ 826770 h 956309"/>
                <a:gd name="connsiteX4" fmla="*/ 0 w 759460"/>
                <a:gd name="connsiteY4" fmla="*/ 826770 h 956309"/>
                <a:gd name="connsiteX5" fmla="*/ 0 w 759460"/>
                <a:gd name="connsiteY5" fmla="*/ 956310 h 956309"/>
                <a:gd name="connsiteX6" fmla="*/ 759460 w 759460"/>
                <a:gd name="connsiteY6" fmla="*/ 956310 h 956309"/>
                <a:gd name="connsiteX7" fmla="*/ 759460 w 759460"/>
                <a:gd name="connsiteY7" fmla="*/ 647700 h 956309"/>
                <a:gd name="connsiteX8" fmla="*/ 615950 w 759460"/>
                <a:gd name="connsiteY8" fmla="*/ 647700 h 956309"/>
                <a:gd name="connsiteX9" fmla="*/ 615950 w 759460"/>
                <a:gd name="connsiteY9" fmla="*/ 826770 h 956309"/>
                <a:gd name="connsiteX10" fmla="*/ 274320 w 759460"/>
                <a:gd name="connsiteY10" fmla="*/ 826770 h 956309"/>
                <a:gd name="connsiteX11" fmla="*/ 274320 w 759460"/>
                <a:gd name="connsiteY11" fmla="*/ 523240 h 956309"/>
                <a:gd name="connsiteX12" fmla="*/ 531495 w 759460"/>
                <a:gd name="connsiteY12" fmla="*/ 523240 h 956309"/>
                <a:gd name="connsiteX13" fmla="*/ 531495 w 759460"/>
                <a:gd name="connsiteY13" fmla="*/ 397510 h 956309"/>
                <a:gd name="connsiteX14" fmla="*/ 274320 w 759460"/>
                <a:gd name="connsiteY14" fmla="*/ 397510 h 956309"/>
                <a:gd name="connsiteX15" fmla="*/ 274320 w 759460"/>
                <a:gd name="connsiteY15" fmla="*/ 129540 h 956309"/>
                <a:gd name="connsiteX16" fmla="*/ 605155 w 759460"/>
                <a:gd name="connsiteY16" fmla="*/ 129540 h 956309"/>
                <a:gd name="connsiteX17" fmla="*/ 605155 w 759460"/>
                <a:gd name="connsiteY17" fmla="*/ 288290 h 956309"/>
                <a:gd name="connsiteX18" fmla="*/ 748665 w 759460"/>
                <a:gd name="connsiteY18" fmla="*/ 288290 h 956309"/>
                <a:gd name="connsiteX19" fmla="*/ 748665 w 759460"/>
                <a:gd name="connsiteY19" fmla="*/ 0 h 95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59460" h="956309">
                  <a:moveTo>
                    <a:pt x="0" y="0"/>
                  </a:moveTo>
                  <a:lnTo>
                    <a:pt x="0" y="129540"/>
                  </a:lnTo>
                  <a:lnTo>
                    <a:pt x="127635" y="129540"/>
                  </a:lnTo>
                  <a:lnTo>
                    <a:pt x="127635" y="826770"/>
                  </a:lnTo>
                  <a:lnTo>
                    <a:pt x="0" y="826770"/>
                  </a:lnTo>
                  <a:lnTo>
                    <a:pt x="0" y="956310"/>
                  </a:lnTo>
                  <a:lnTo>
                    <a:pt x="759460" y="956310"/>
                  </a:lnTo>
                  <a:lnTo>
                    <a:pt x="759460" y="647700"/>
                  </a:lnTo>
                  <a:lnTo>
                    <a:pt x="615950" y="647700"/>
                  </a:lnTo>
                  <a:lnTo>
                    <a:pt x="615950" y="826770"/>
                  </a:lnTo>
                  <a:lnTo>
                    <a:pt x="274320" y="826770"/>
                  </a:lnTo>
                  <a:lnTo>
                    <a:pt x="274320" y="523240"/>
                  </a:lnTo>
                  <a:lnTo>
                    <a:pt x="531495" y="523240"/>
                  </a:lnTo>
                  <a:lnTo>
                    <a:pt x="531495" y="397510"/>
                  </a:lnTo>
                  <a:lnTo>
                    <a:pt x="274320" y="397510"/>
                  </a:lnTo>
                  <a:lnTo>
                    <a:pt x="274320" y="129540"/>
                  </a:lnTo>
                  <a:lnTo>
                    <a:pt x="605155" y="129540"/>
                  </a:lnTo>
                  <a:lnTo>
                    <a:pt x="605155" y="288290"/>
                  </a:lnTo>
                  <a:lnTo>
                    <a:pt x="748665" y="288290"/>
                  </a:lnTo>
                  <a:lnTo>
                    <a:pt x="74866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0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  <p:sp>
          <p:nvSpPr>
            <p:cNvPr id="16" name="Freeform: Shape 276">
              <a:extLst>
                <a:ext uri="{FF2B5EF4-FFF2-40B4-BE49-F238E27FC236}">
                  <a16:creationId xmlns:a16="http://schemas.microsoft.com/office/drawing/2014/main" id="{DC4B42D5-D7EB-5AFE-0F9E-DA9ED35FF907}"/>
                </a:ext>
              </a:extLst>
            </p:cNvPr>
            <p:cNvSpPr/>
            <p:nvPr/>
          </p:nvSpPr>
          <p:spPr>
            <a:xfrm>
              <a:off x="5808345" y="1605280"/>
              <a:ext cx="942974" cy="960755"/>
            </a:xfrm>
            <a:custGeom>
              <a:avLst/>
              <a:gdLst>
                <a:gd name="connsiteX0" fmla="*/ 0 w 942974"/>
                <a:gd name="connsiteY0" fmla="*/ 129540 h 960755"/>
                <a:gd name="connsiteX1" fmla="*/ 0 w 942974"/>
                <a:gd name="connsiteY1" fmla="*/ 0 h 960755"/>
                <a:gd name="connsiteX2" fmla="*/ 398145 w 942974"/>
                <a:gd name="connsiteY2" fmla="*/ 0 h 960755"/>
                <a:gd name="connsiteX3" fmla="*/ 398145 w 942974"/>
                <a:gd name="connsiteY3" fmla="*/ 129540 h 960755"/>
                <a:gd name="connsiteX4" fmla="*/ 268605 w 942974"/>
                <a:gd name="connsiteY4" fmla="*/ 129540 h 960755"/>
                <a:gd name="connsiteX5" fmla="*/ 467995 w 942974"/>
                <a:gd name="connsiteY5" fmla="*/ 814705 h 960755"/>
                <a:gd name="connsiteX6" fmla="*/ 488315 w 942974"/>
                <a:gd name="connsiteY6" fmla="*/ 814705 h 960755"/>
                <a:gd name="connsiteX7" fmla="*/ 689610 w 942974"/>
                <a:gd name="connsiteY7" fmla="*/ 129540 h 960755"/>
                <a:gd name="connsiteX8" fmla="*/ 560070 w 942974"/>
                <a:gd name="connsiteY8" fmla="*/ 129540 h 960755"/>
                <a:gd name="connsiteX9" fmla="*/ 560070 w 942974"/>
                <a:gd name="connsiteY9" fmla="*/ 0 h 960755"/>
                <a:gd name="connsiteX10" fmla="*/ 942975 w 942974"/>
                <a:gd name="connsiteY10" fmla="*/ 0 h 960755"/>
                <a:gd name="connsiteX11" fmla="*/ 942975 w 942974"/>
                <a:gd name="connsiteY11" fmla="*/ 129540 h 960755"/>
                <a:gd name="connsiteX12" fmla="*/ 838200 w 942974"/>
                <a:gd name="connsiteY12" fmla="*/ 129540 h 960755"/>
                <a:gd name="connsiteX13" fmla="*/ 591820 w 942974"/>
                <a:gd name="connsiteY13" fmla="*/ 914400 h 960755"/>
                <a:gd name="connsiteX14" fmla="*/ 526415 w 942974"/>
                <a:gd name="connsiteY14" fmla="*/ 960755 h 960755"/>
                <a:gd name="connsiteX15" fmla="*/ 418465 w 942974"/>
                <a:gd name="connsiteY15" fmla="*/ 960755 h 960755"/>
                <a:gd name="connsiteX16" fmla="*/ 352425 w 942974"/>
                <a:gd name="connsiteY16" fmla="*/ 914400 h 960755"/>
                <a:gd name="connsiteX17" fmla="*/ 106680 w 942974"/>
                <a:gd name="connsiteY17" fmla="*/ 129540 h 960755"/>
                <a:gd name="connsiteX18" fmla="*/ 0 w 942974"/>
                <a:gd name="connsiteY18" fmla="*/ 129540 h 960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42974" h="960755">
                  <a:moveTo>
                    <a:pt x="0" y="129540"/>
                  </a:moveTo>
                  <a:lnTo>
                    <a:pt x="0" y="0"/>
                  </a:lnTo>
                  <a:lnTo>
                    <a:pt x="398145" y="0"/>
                  </a:lnTo>
                  <a:lnTo>
                    <a:pt x="398145" y="129540"/>
                  </a:lnTo>
                  <a:lnTo>
                    <a:pt x="268605" y="129540"/>
                  </a:lnTo>
                  <a:lnTo>
                    <a:pt x="467995" y="814705"/>
                  </a:lnTo>
                  <a:lnTo>
                    <a:pt x="488315" y="814705"/>
                  </a:lnTo>
                  <a:lnTo>
                    <a:pt x="689610" y="129540"/>
                  </a:lnTo>
                  <a:lnTo>
                    <a:pt x="560070" y="129540"/>
                  </a:lnTo>
                  <a:lnTo>
                    <a:pt x="560070" y="0"/>
                  </a:lnTo>
                  <a:lnTo>
                    <a:pt x="942975" y="0"/>
                  </a:lnTo>
                  <a:lnTo>
                    <a:pt x="942975" y="129540"/>
                  </a:lnTo>
                  <a:lnTo>
                    <a:pt x="838200" y="129540"/>
                  </a:lnTo>
                  <a:lnTo>
                    <a:pt x="591820" y="914400"/>
                  </a:lnTo>
                  <a:cubicBezTo>
                    <a:pt x="579120" y="952500"/>
                    <a:pt x="567055" y="960755"/>
                    <a:pt x="526415" y="960755"/>
                  </a:cubicBezTo>
                  <a:lnTo>
                    <a:pt x="418465" y="960755"/>
                  </a:lnTo>
                  <a:cubicBezTo>
                    <a:pt x="377190" y="960755"/>
                    <a:pt x="364490" y="952500"/>
                    <a:pt x="352425" y="914400"/>
                  </a:cubicBezTo>
                  <a:lnTo>
                    <a:pt x="106680" y="129540"/>
                  </a:lnTo>
                  <a:lnTo>
                    <a:pt x="0" y="12954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0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  <p:sp>
          <p:nvSpPr>
            <p:cNvPr id="17" name="Freeform: Shape 277">
              <a:extLst>
                <a:ext uri="{FF2B5EF4-FFF2-40B4-BE49-F238E27FC236}">
                  <a16:creationId xmlns:a16="http://schemas.microsoft.com/office/drawing/2014/main" id="{6FDCE278-1A6D-604D-FF9D-65246DE8E3D8}"/>
                </a:ext>
              </a:extLst>
            </p:cNvPr>
            <p:cNvSpPr/>
            <p:nvPr/>
          </p:nvSpPr>
          <p:spPr>
            <a:xfrm>
              <a:off x="6649084" y="1600200"/>
              <a:ext cx="949325" cy="961389"/>
            </a:xfrm>
            <a:custGeom>
              <a:avLst/>
              <a:gdLst>
                <a:gd name="connsiteX0" fmla="*/ 336550 w 949325"/>
                <a:gd name="connsiteY0" fmla="*/ 537845 h 961389"/>
                <a:gd name="connsiteX1" fmla="*/ 596265 w 949325"/>
                <a:gd name="connsiteY1" fmla="*/ 537845 h 961389"/>
                <a:gd name="connsiteX2" fmla="*/ 477520 w 949325"/>
                <a:gd name="connsiteY2" fmla="*/ 134620 h 961389"/>
                <a:gd name="connsiteX3" fmla="*/ 457200 w 949325"/>
                <a:gd name="connsiteY3" fmla="*/ 134620 h 961389"/>
                <a:gd name="connsiteX4" fmla="*/ 336550 w 949325"/>
                <a:gd name="connsiteY4" fmla="*/ 537845 h 961389"/>
                <a:gd name="connsiteX5" fmla="*/ 0 w 949325"/>
                <a:gd name="connsiteY5" fmla="*/ 961390 h 961389"/>
                <a:gd name="connsiteX6" fmla="*/ 0 w 949325"/>
                <a:gd name="connsiteY6" fmla="*/ 831215 h 961389"/>
                <a:gd name="connsiteX7" fmla="*/ 104140 w 949325"/>
                <a:gd name="connsiteY7" fmla="*/ 831215 h 961389"/>
                <a:gd name="connsiteX8" fmla="*/ 351790 w 949325"/>
                <a:gd name="connsiteY8" fmla="*/ 46355 h 961389"/>
                <a:gd name="connsiteX9" fmla="*/ 417195 w 949325"/>
                <a:gd name="connsiteY9" fmla="*/ 0 h 961389"/>
                <a:gd name="connsiteX10" fmla="*/ 532130 w 949325"/>
                <a:gd name="connsiteY10" fmla="*/ 0 h 961389"/>
                <a:gd name="connsiteX11" fmla="*/ 597535 w 949325"/>
                <a:gd name="connsiteY11" fmla="*/ 46355 h 961389"/>
                <a:gd name="connsiteX12" fmla="*/ 845185 w 949325"/>
                <a:gd name="connsiteY12" fmla="*/ 831215 h 961389"/>
                <a:gd name="connsiteX13" fmla="*/ 949325 w 949325"/>
                <a:gd name="connsiteY13" fmla="*/ 831215 h 961389"/>
                <a:gd name="connsiteX14" fmla="*/ 949325 w 949325"/>
                <a:gd name="connsiteY14" fmla="*/ 961390 h 961389"/>
                <a:gd name="connsiteX15" fmla="*/ 553085 w 949325"/>
                <a:gd name="connsiteY15" fmla="*/ 961390 h 961389"/>
                <a:gd name="connsiteX16" fmla="*/ 553085 w 949325"/>
                <a:gd name="connsiteY16" fmla="*/ 831215 h 961389"/>
                <a:gd name="connsiteX17" fmla="*/ 683895 w 949325"/>
                <a:gd name="connsiteY17" fmla="*/ 831215 h 961389"/>
                <a:gd name="connsiteX18" fmla="*/ 633730 w 949325"/>
                <a:gd name="connsiteY18" fmla="*/ 660400 h 961389"/>
                <a:gd name="connsiteX19" fmla="*/ 300990 w 949325"/>
                <a:gd name="connsiteY19" fmla="*/ 661670 h 961389"/>
                <a:gd name="connsiteX20" fmla="*/ 250190 w 949325"/>
                <a:gd name="connsiteY20" fmla="*/ 831215 h 961389"/>
                <a:gd name="connsiteX21" fmla="*/ 381635 w 949325"/>
                <a:gd name="connsiteY21" fmla="*/ 831215 h 961389"/>
                <a:gd name="connsiteX22" fmla="*/ 381635 w 949325"/>
                <a:gd name="connsiteY22" fmla="*/ 961390 h 961389"/>
                <a:gd name="connsiteX23" fmla="*/ 0 w 949325"/>
                <a:gd name="connsiteY23" fmla="*/ 961390 h 961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49325" h="961389">
                  <a:moveTo>
                    <a:pt x="336550" y="537845"/>
                  </a:moveTo>
                  <a:lnTo>
                    <a:pt x="596265" y="537845"/>
                  </a:lnTo>
                  <a:lnTo>
                    <a:pt x="477520" y="134620"/>
                  </a:lnTo>
                  <a:lnTo>
                    <a:pt x="457200" y="134620"/>
                  </a:lnTo>
                  <a:lnTo>
                    <a:pt x="336550" y="537845"/>
                  </a:lnTo>
                  <a:close/>
                  <a:moveTo>
                    <a:pt x="0" y="961390"/>
                  </a:moveTo>
                  <a:lnTo>
                    <a:pt x="0" y="831215"/>
                  </a:lnTo>
                  <a:lnTo>
                    <a:pt x="104140" y="831215"/>
                  </a:lnTo>
                  <a:lnTo>
                    <a:pt x="351790" y="46355"/>
                  </a:lnTo>
                  <a:cubicBezTo>
                    <a:pt x="364490" y="7620"/>
                    <a:pt x="376555" y="0"/>
                    <a:pt x="417195" y="0"/>
                  </a:cubicBezTo>
                  <a:lnTo>
                    <a:pt x="532130" y="0"/>
                  </a:lnTo>
                  <a:cubicBezTo>
                    <a:pt x="573405" y="0"/>
                    <a:pt x="585470" y="8255"/>
                    <a:pt x="597535" y="46355"/>
                  </a:cubicBezTo>
                  <a:lnTo>
                    <a:pt x="845185" y="831215"/>
                  </a:lnTo>
                  <a:lnTo>
                    <a:pt x="949325" y="831215"/>
                  </a:lnTo>
                  <a:lnTo>
                    <a:pt x="949325" y="961390"/>
                  </a:lnTo>
                  <a:lnTo>
                    <a:pt x="553085" y="961390"/>
                  </a:lnTo>
                  <a:lnTo>
                    <a:pt x="553085" y="831215"/>
                  </a:lnTo>
                  <a:lnTo>
                    <a:pt x="683895" y="831215"/>
                  </a:lnTo>
                  <a:lnTo>
                    <a:pt x="633730" y="660400"/>
                  </a:lnTo>
                  <a:cubicBezTo>
                    <a:pt x="550545" y="660400"/>
                    <a:pt x="389255" y="661670"/>
                    <a:pt x="300990" y="661670"/>
                  </a:cubicBezTo>
                  <a:lnTo>
                    <a:pt x="250190" y="831215"/>
                  </a:lnTo>
                  <a:lnTo>
                    <a:pt x="381635" y="831215"/>
                  </a:lnTo>
                  <a:lnTo>
                    <a:pt x="381635" y="961390"/>
                  </a:lnTo>
                  <a:lnTo>
                    <a:pt x="0" y="96139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0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  <p:sp>
          <p:nvSpPr>
            <p:cNvPr id="18" name="Freeform: Shape 278">
              <a:extLst>
                <a:ext uri="{FF2B5EF4-FFF2-40B4-BE49-F238E27FC236}">
                  <a16:creationId xmlns:a16="http://schemas.microsoft.com/office/drawing/2014/main" id="{6695CF50-D386-74F9-77E1-2B4307C712C9}"/>
                </a:ext>
              </a:extLst>
            </p:cNvPr>
            <p:cNvSpPr/>
            <p:nvPr/>
          </p:nvSpPr>
          <p:spPr>
            <a:xfrm>
              <a:off x="3972559" y="2766060"/>
              <a:ext cx="758190" cy="767714"/>
            </a:xfrm>
            <a:custGeom>
              <a:avLst/>
              <a:gdLst>
                <a:gd name="connsiteX0" fmla="*/ 474980 w 758190"/>
                <a:gd name="connsiteY0" fmla="*/ 60960 h 767714"/>
                <a:gd name="connsiteX1" fmla="*/ 474980 w 758190"/>
                <a:gd name="connsiteY1" fmla="*/ 0 h 767714"/>
                <a:gd name="connsiteX2" fmla="*/ 758190 w 758190"/>
                <a:gd name="connsiteY2" fmla="*/ 0 h 767714"/>
                <a:gd name="connsiteX3" fmla="*/ 758190 w 758190"/>
                <a:gd name="connsiteY3" fmla="*/ 60960 h 767714"/>
                <a:gd name="connsiteX4" fmla="*/ 652145 w 758190"/>
                <a:gd name="connsiteY4" fmla="*/ 60960 h 767714"/>
                <a:gd name="connsiteX5" fmla="*/ 652145 w 758190"/>
                <a:gd name="connsiteY5" fmla="*/ 459740 h 767714"/>
                <a:gd name="connsiteX6" fmla="*/ 599440 w 758190"/>
                <a:gd name="connsiteY6" fmla="*/ 734060 h 767714"/>
                <a:gd name="connsiteX7" fmla="*/ 461645 w 758190"/>
                <a:gd name="connsiteY7" fmla="*/ 767715 h 767714"/>
                <a:gd name="connsiteX8" fmla="*/ 292100 w 758190"/>
                <a:gd name="connsiteY8" fmla="*/ 767715 h 767714"/>
                <a:gd name="connsiteX9" fmla="*/ 158115 w 758190"/>
                <a:gd name="connsiteY9" fmla="*/ 734060 h 767714"/>
                <a:gd name="connsiteX10" fmla="*/ 105410 w 758190"/>
                <a:gd name="connsiteY10" fmla="*/ 459740 h 767714"/>
                <a:gd name="connsiteX11" fmla="*/ 105410 w 758190"/>
                <a:gd name="connsiteY11" fmla="*/ 60960 h 767714"/>
                <a:gd name="connsiteX12" fmla="*/ 0 w 758190"/>
                <a:gd name="connsiteY12" fmla="*/ 60960 h 767714"/>
                <a:gd name="connsiteX13" fmla="*/ 0 w 758190"/>
                <a:gd name="connsiteY13" fmla="*/ 0 h 767714"/>
                <a:gd name="connsiteX14" fmla="*/ 282575 w 758190"/>
                <a:gd name="connsiteY14" fmla="*/ 0 h 767714"/>
                <a:gd name="connsiteX15" fmla="*/ 282575 w 758190"/>
                <a:gd name="connsiteY15" fmla="*/ 60960 h 767714"/>
                <a:gd name="connsiteX16" fmla="*/ 166370 w 758190"/>
                <a:gd name="connsiteY16" fmla="*/ 60960 h 767714"/>
                <a:gd name="connsiteX17" fmla="*/ 166370 w 758190"/>
                <a:gd name="connsiteY17" fmla="*/ 464185 h 767714"/>
                <a:gd name="connsiteX18" fmla="*/ 204470 w 758190"/>
                <a:gd name="connsiteY18" fmla="*/ 683895 h 767714"/>
                <a:gd name="connsiteX19" fmla="*/ 304165 w 758190"/>
                <a:gd name="connsiteY19" fmla="*/ 706755 h 767714"/>
                <a:gd name="connsiteX20" fmla="*/ 453390 w 758190"/>
                <a:gd name="connsiteY20" fmla="*/ 706755 h 767714"/>
                <a:gd name="connsiteX21" fmla="*/ 552450 w 758190"/>
                <a:gd name="connsiteY21" fmla="*/ 683895 h 767714"/>
                <a:gd name="connsiteX22" fmla="*/ 590550 w 758190"/>
                <a:gd name="connsiteY22" fmla="*/ 464185 h 767714"/>
                <a:gd name="connsiteX23" fmla="*/ 590550 w 758190"/>
                <a:gd name="connsiteY23" fmla="*/ 60960 h 767714"/>
                <a:gd name="connsiteX24" fmla="*/ 474980 w 758190"/>
                <a:gd name="connsiteY24" fmla="*/ 6096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58190" h="767714">
                  <a:moveTo>
                    <a:pt x="474980" y="60960"/>
                  </a:moveTo>
                  <a:lnTo>
                    <a:pt x="474980" y="0"/>
                  </a:lnTo>
                  <a:lnTo>
                    <a:pt x="758190" y="0"/>
                  </a:lnTo>
                  <a:lnTo>
                    <a:pt x="758190" y="60960"/>
                  </a:lnTo>
                  <a:lnTo>
                    <a:pt x="652145" y="60960"/>
                  </a:lnTo>
                  <a:lnTo>
                    <a:pt x="652145" y="459740"/>
                  </a:lnTo>
                  <a:cubicBezTo>
                    <a:pt x="652145" y="638175"/>
                    <a:pt x="636905" y="696595"/>
                    <a:pt x="599440" y="734060"/>
                  </a:cubicBezTo>
                  <a:cubicBezTo>
                    <a:pt x="574675" y="758190"/>
                    <a:pt x="537845" y="767715"/>
                    <a:pt x="461645" y="767715"/>
                  </a:cubicBezTo>
                  <a:lnTo>
                    <a:pt x="292100" y="767715"/>
                  </a:lnTo>
                  <a:cubicBezTo>
                    <a:pt x="216535" y="767715"/>
                    <a:pt x="182245" y="758190"/>
                    <a:pt x="158115" y="734060"/>
                  </a:cubicBezTo>
                  <a:cubicBezTo>
                    <a:pt x="120650" y="696595"/>
                    <a:pt x="105410" y="639445"/>
                    <a:pt x="105410" y="459740"/>
                  </a:cubicBezTo>
                  <a:lnTo>
                    <a:pt x="105410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82575" y="0"/>
                  </a:lnTo>
                  <a:lnTo>
                    <a:pt x="282575" y="60960"/>
                  </a:lnTo>
                  <a:lnTo>
                    <a:pt x="166370" y="60960"/>
                  </a:lnTo>
                  <a:lnTo>
                    <a:pt x="166370" y="464185"/>
                  </a:lnTo>
                  <a:cubicBezTo>
                    <a:pt x="166370" y="624205"/>
                    <a:pt x="181610" y="661035"/>
                    <a:pt x="204470" y="683895"/>
                  </a:cubicBezTo>
                  <a:cubicBezTo>
                    <a:pt x="219075" y="698500"/>
                    <a:pt x="238760" y="706755"/>
                    <a:pt x="304165" y="706755"/>
                  </a:cubicBezTo>
                  <a:lnTo>
                    <a:pt x="453390" y="706755"/>
                  </a:lnTo>
                  <a:cubicBezTo>
                    <a:pt x="519430" y="706755"/>
                    <a:pt x="537845" y="697865"/>
                    <a:pt x="552450" y="683895"/>
                  </a:cubicBezTo>
                  <a:cubicBezTo>
                    <a:pt x="576580" y="659765"/>
                    <a:pt x="590550" y="624205"/>
                    <a:pt x="590550" y="464185"/>
                  </a:cubicBezTo>
                  <a:lnTo>
                    <a:pt x="590550" y="60960"/>
                  </a:lnTo>
                  <a:lnTo>
                    <a:pt x="474980" y="6096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0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  <p:sp>
          <p:nvSpPr>
            <p:cNvPr id="19" name="Freeform: Shape 279">
              <a:extLst>
                <a:ext uri="{FF2B5EF4-FFF2-40B4-BE49-F238E27FC236}">
                  <a16:creationId xmlns:a16="http://schemas.microsoft.com/office/drawing/2014/main" id="{6E2766EB-BCF1-8A16-CD1F-83FF0B366B11}"/>
                </a:ext>
              </a:extLst>
            </p:cNvPr>
            <p:cNvSpPr/>
            <p:nvPr/>
          </p:nvSpPr>
          <p:spPr>
            <a:xfrm>
              <a:off x="4796790" y="2766060"/>
              <a:ext cx="740409" cy="768985"/>
            </a:xfrm>
            <a:custGeom>
              <a:avLst/>
              <a:gdLst>
                <a:gd name="connsiteX0" fmla="*/ 579120 w 740409"/>
                <a:gd name="connsiteY0" fmla="*/ 60960 h 768985"/>
                <a:gd name="connsiteX1" fmla="*/ 461645 w 740409"/>
                <a:gd name="connsiteY1" fmla="*/ 60960 h 768985"/>
                <a:gd name="connsiteX2" fmla="*/ 461645 w 740409"/>
                <a:gd name="connsiteY2" fmla="*/ 0 h 768985"/>
                <a:gd name="connsiteX3" fmla="*/ 740410 w 740409"/>
                <a:gd name="connsiteY3" fmla="*/ 0 h 768985"/>
                <a:gd name="connsiteX4" fmla="*/ 740410 w 740409"/>
                <a:gd name="connsiteY4" fmla="*/ 60960 h 768985"/>
                <a:gd name="connsiteX5" fmla="*/ 640715 w 740409"/>
                <a:gd name="connsiteY5" fmla="*/ 60960 h 768985"/>
                <a:gd name="connsiteX6" fmla="*/ 640715 w 740409"/>
                <a:gd name="connsiteY6" fmla="*/ 768985 h 768985"/>
                <a:gd name="connsiteX7" fmla="*/ 568960 w 740409"/>
                <a:gd name="connsiteY7" fmla="*/ 768985 h 768985"/>
                <a:gd name="connsiteX8" fmla="*/ 526415 w 740409"/>
                <a:gd name="connsiteY8" fmla="*/ 742950 h 768985"/>
                <a:gd name="connsiteX9" fmla="*/ 174625 w 740409"/>
                <a:gd name="connsiteY9" fmla="*/ 58420 h 768985"/>
                <a:gd name="connsiteX10" fmla="*/ 163830 w 740409"/>
                <a:gd name="connsiteY10" fmla="*/ 58420 h 768985"/>
                <a:gd name="connsiteX11" fmla="*/ 163830 w 740409"/>
                <a:gd name="connsiteY11" fmla="*/ 720090 h 768985"/>
                <a:gd name="connsiteX12" fmla="*/ 281940 w 740409"/>
                <a:gd name="connsiteY12" fmla="*/ 720090 h 768985"/>
                <a:gd name="connsiteX13" fmla="*/ 281940 w 740409"/>
                <a:gd name="connsiteY13" fmla="*/ 768350 h 768985"/>
                <a:gd name="connsiteX14" fmla="*/ 0 w 740409"/>
                <a:gd name="connsiteY14" fmla="*/ 768350 h 768985"/>
                <a:gd name="connsiteX15" fmla="*/ 0 w 740409"/>
                <a:gd name="connsiteY15" fmla="*/ 720090 h 768985"/>
                <a:gd name="connsiteX16" fmla="*/ 102870 w 740409"/>
                <a:gd name="connsiteY16" fmla="*/ 720090 h 768985"/>
                <a:gd name="connsiteX17" fmla="*/ 102870 w 740409"/>
                <a:gd name="connsiteY17" fmla="*/ 60960 h 768985"/>
                <a:gd name="connsiteX18" fmla="*/ 0 w 740409"/>
                <a:gd name="connsiteY18" fmla="*/ 60960 h 768985"/>
                <a:gd name="connsiteX19" fmla="*/ 0 w 740409"/>
                <a:gd name="connsiteY19" fmla="*/ 0 h 768985"/>
                <a:gd name="connsiteX20" fmla="*/ 183515 w 740409"/>
                <a:gd name="connsiteY20" fmla="*/ 0 h 768985"/>
                <a:gd name="connsiteX21" fmla="*/ 226060 w 740409"/>
                <a:gd name="connsiteY21" fmla="*/ 26035 h 768985"/>
                <a:gd name="connsiteX22" fmla="*/ 574675 w 740409"/>
                <a:gd name="connsiteY22" fmla="*/ 702945 h 768985"/>
                <a:gd name="connsiteX23" fmla="*/ 578485 w 740409"/>
                <a:gd name="connsiteY23" fmla="*/ 702945 h 768985"/>
                <a:gd name="connsiteX24" fmla="*/ 578485 w 740409"/>
                <a:gd name="connsiteY24" fmla="*/ 60960 h 768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40409" h="768985">
                  <a:moveTo>
                    <a:pt x="579120" y="60960"/>
                  </a:moveTo>
                  <a:lnTo>
                    <a:pt x="461645" y="60960"/>
                  </a:lnTo>
                  <a:lnTo>
                    <a:pt x="461645" y="0"/>
                  </a:lnTo>
                  <a:lnTo>
                    <a:pt x="740410" y="0"/>
                  </a:lnTo>
                  <a:lnTo>
                    <a:pt x="740410" y="60960"/>
                  </a:lnTo>
                  <a:lnTo>
                    <a:pt x="640715" y="60960"/>
                  </a:lnTo>
                  <a:lnTo>
                    <a:pt x="640715" y="768985"/>
                  </a:lnTo>
                  <a:lnTo>
                    <a:pt x="568960" y="768985"/>
                  </a:lnTo>
                  <a:cubicBezTo>
                    <a:pt x="544830" y="768985"/>
                    <a:pt x="535940" y="762635"/>
                    <a:pt x="526415" y="742950"/>
                  </a:cubicBezTo>
                  <a:lnTo>
                    <a:pt x="174625" y="58420"/>
                  </a:lnTo>
                  <a:lnTo>
                    <a:pt x="163830" y="58420"/>
                  </a:lnTo>
                  <a:lnTo>
                    <a:pt x="163830" y="720090"/>
                  </a:lnTo>
                  <a:lnTo>
                    <a:pt x="281940" y="720090"/>
                  </a:lnTo>
                  <a:lnTo>
                    <a:pt x="281940" y="768350"/>
                  </a:lnTo>
                  <a:lnTo>
                    <a:pt x="0" y="768350"/>
                  </a:lnTo>
                  <a:lnTo>
                    <a:pt x="0" y="720090"/>
                  </a:lnTo>
                  <a:lnTo>
                    <a:pt x="102870" y="720090"/>
                  </a:lnTo>
                  <a:lnTo>
                    <a:pt x="102870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183515" y="0"/>
                  </a:lnTo>
                  <a:cubicBezTo>
                    <a:pt x="207645" y="0"/>
                    <a:pt x="215900" y="5715"/>
                    <a:pt x="226060" y="26035"/>
                  </a:cubicBezTo>
                  <a:lnTo>
                    <a:pt x="574675" y="702945"/>
                  </a:lnTo>
                  <a:lnTo>
                    <a:pt x="578485" y="702945"/>
                  </a:lnTo>
                  <a:lnTo>
                    <a:pt x="578485" y="6096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0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  <p:sp>
          <p:nvSpPr>
            <p:cNvPr id="20" name="Freeform: Shape 280">
              <a:extLst>
                <a:ext uri="{FF2B5EF4-FFF2-40B4-BE49-F238E27FC236}">
                  <a16:creationId xmlns:a16="http://schemas.microsoft.com/office/drawing/2014/main" id="{B334E831-01E4-B058-ABCD-7AAC652B177E}"/>
                </a:ext>
              </a:extLst>
            </p:cNvPr>
            <p:cNvSpPr/>
            <p:nvPr/>
          </p:nvSpPr>
          <p:spPr>
            <a:xfrm>
              <a:off x="5616575" y="2766695"/>
              <a:ext cx="286384" cy="767714"/>
            </a:xfrm>
            <a:custGeom>
              <a:avLst/>
              <a:gdLst>
                <a:gd name="connsiteX0" fmla="*/ 0 w 286384"/>
                <a:gd name="connsiteY0" fmla="*/ 0 h 767714"/>
                <a:gd name="connsiteX1" fmla="*/ 0 w 286384"/>
                <a:gd name="connsiteY1" fmla="*/ 60960 h 767714"/>
                <a:gd name="connsiteX2" fmla="*/ 113030 w 286384"/>
                <a:gd name="connsiteY2" fmla="*/ 60960 h 767714"/>
                <a:gd name="connsiteX3" fmla="*/ 113030 w 286384"/>
                <a:gd name="connsiteY3" fmla="*/ 706755 h 767714"/>
                <a:gd name="connsiteX4" fmla="*/ 0 w 286384"/>
                <a:gd name="connsiteY4" fmla="*/ 706755 h 767714"/>
                <a:gd name="connsiteX5" fmla="*/ 0 w 286384"/>
                <a:gd name="connsiteY5" fmla="*/ 767715 h 767714"/>
                <a:gd name="connsiteX6" fmla="*/ 286385 w 286384"/>
                <a:gd name="connsiteY6" fmla="*/ 767715 h 767714"/>
                <a:gd name="connsiteX7" fmla="*/ 286385 w 286384"/>
                <a:gd name="connsiteY7" fmla="*/ 706755 h 767714"/>
                <a:gd name="connsiteX8" fmla="*/ 174625 w 286384"/>
                <a:gd name="connsiteY8" fmla="*/ 706755 h 767714"/>
                <a:gd name="connsiteX9" fmla="*/ 174625 w 286384"/>
                <a:gd name="connsiteY9" fmla="*/ 60960 h 767714"/>
                <a:gd name="connsiteX10" fmla="*/ 286385 w 286384"/>
                <a:gd name="connsiteY10" fmla="*/ 60960 h 767714"/>
                <a:gd name="connsiteX11" fmla="*/ 286385 w 286384"/>
                <a:gd name="connsiteY11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6384" h="767714">
                  <a:moveTo>
                    <a:pt x="0" y="0"/>
                  </a:moveTo>
                  <a:lnTo>
                    <a:pt x="0" y="60960"/>
                  </a:lnTo>
                  <a:lnTo>
                    <a:pt x="113030" y="60960"/>
                  </a:lnTo>
                  <a:lnTo>
                    <a:pt x="113030" y="706755"/>
                  </a:lnTo>
                  <a:lnTo>
                    <a:pt x="0" y="706755"/>
                  </a:lnTo>
                  <a:lnTo>
                    <a:pt x="0" y="767715"/>
                  </a:lnTo>
                  <a:lnTo>
                    <a:pt x="286385" y="767715"/>
                  </a:lnTo>
                  <a:lnTo>
                    <a:pt x="286385" y="706755"/>
                  </a:lnTo>
                  <a:lnTo>
                    <a:pt x="174625" y="706755"/>
                  </a:lnTo>
                  <a:lnTo>
                    <a:pt x="174625" y="60960"/>
                  </a:lnTo>
                  <a:lnTo>
                    <a:pt x="286385" y="60960"/>
                  </a:lnTo>
                  <a:lnTo>
                    <a:pt x="28638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0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  <p:sp>
          <p:nvSpPr>
            <p:cNvPr id="21" name="Freeform: Shape 281">
              <a:extLst>
                <a:ext uri="{FF2B5EF4-FFF2-40B4-BE49-F238E27FC236}">
                  <a16:creationId xmlns:a16="http://schemas.microsoft.com/office/drawing/2014/main" id="{B4D2AA47-3AD3-0F6E-E6FB-B2C1F1C99066}"/>
                </a:ext>
              </a:extLst>
            </p:cNvPr>
            <p:cNvSpPr/>
            <p:nvPr/>
          </p:nvSpPr>
          <p:spPr>
            <a:xfrm>
              <a:off x="5977890" y="2766060"/>
              <a:ext cx="757554" cy="772794"/>
            </a:xfrm>
            <a:custGeom>
              <a:avLst/>
              <a:gdLst>
                <a:gd name="connsiteX0" fmla="*/ 0 w 757554"/>
                <a:gd name="connsiteY0" fmla="*/ 60960 h 772794"/>
                <a:gd name="connsiteX1" fmla="*/ 0 w 757554"/>
                <a:gd name="connsiteY1" fmla="*/ 0 h 772794"/>
                <a:gd name="connsiteX2" fmla="*/ 273685 w 757554"/>
                <a:gd name="connsiteY2" fmla="*/ 0 h 772794"/>
                <a:gd name="connsiteX3" fmla="*/ 273685 w 757554"/>
                <a:gd name="connsiteY3" fmla="*/ 60960 h 772794"/>
                <a:gd name="connsiteX4" fmla="*/ 167640 w 757554"/>
                <a:gd name="connsiteY4" fmla="*/ 60960 h 772794"/>
                <a:gd name="connsiteX5" fmla="*/ 367665 w 757554"/>
                <a:gd name="connsiteY5" fmla="*/ 707390 h 772794"/>
                <a:gd name="connsiteX6" fmla="*/ 388620 w 757554"/>
                <a:gd name="connsiteY6" fmla="*/ 707390 h 772794"/>
                <a:gd name="connsiteX7" fmla="*/ 589915 w 757554"/>
                <a:gd name="connsiteY7" fmla="*/ 60960 h 772794"/>
                <a:gd name="connsiteX8" fmla="*/ 488315 w 757554"/>
                <a:gd name="connsiteY8" fmla="*/ 60960 h 772794"/>
                <a:gd name="connsiteX9" fmla="*/ 488315 w 757554"/>
                <a:gd name="connsiteY9" fmla="*/ 0 h 772794"/>
                <a:gd name="connsiteX10" fmla="*/ 757555 w 757554"/>
                <a:gd name="connsiteY10" fmla="*/ 0 h 772794"/>
                <a:gd name="connsiteX11" fmla="*/ 757555 w 757554"/>
                <a:gd name="connsiteY11" fmla="*/ 60960 h 772794"/>
                <a:gd name="connsiteX12" fmla="*/ 658495 w 757554"/>
                <a:gd name="connsiteY12" fmla="*/ 60960 h 772794"/>
                <a:gd name="connsiteX13" fmla="*/ 436880 w 757554"/>
                <a:gd name="connsiteY13" fmla="*/ 742950 h 772794"/>
                <a:gd name="connsiteX14" fmla="*/ 393065 w 757554"/>
                <a:gd name="connsiteY14" fmla="*/ 772795 h 772794"/>
                <a:gd name="connsiteX15" fmla="*/ 363220 w 757554"/>
                <a:gd name="connsiteY15" fmla="*/ 772795 h 772794"/>
                <a:gd name="connsiteX16" fmla="*/ 319405 w 757554"/>
                <a:gd name="connsiteY16" fmla="*/ 742950 h 772794"/>
                <a:gd name="connsiteX17" fmla="*/ 99060 w 757554"/>
                <a:gd name="connsiteY17" fmla="*/ 60960 h 772794"/>
                <a:gd name="connsiteX18" fmla="*/ 0 w 757554"/>
                <a:gd name="connsiteY18" fmla="*/ 60960 h 772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57554" h="772794">
                  <a:moveTo>
                    <a:pt x="0" y="60960"/>
                  </a:moveTo>
                  <a:lnTo>
                    <a:pt x="0" y="0"/>
                  </a:lnTo>
                  <a:lnTo>
                    <a:pt x="273685" y="0"/>
                  </a:lnTo>
                  <a:lnTo>
                    <a:pt x="273685" y="60960"/>
                  </a:lnTo>
                  <a:lnTo>
                    <a:pt x="167640" y="60960"/>
                  </a:lnTo>
                  <a:lnTo>
                    <a:pt x="367665" y="707390"/>
                  </a:lnTo>
                  <a:lnTo>
                    <a:pt x="388620" y="707390"/>
                  </a:lnTo>
                  <a:lnTo>
                    <a:pt x="589915" y="60960"/>
                  </a:lnTo>
                  <a:lnTo>
                    <a:pt x="488315" y="60960"/>
                  </a:lnTo>
                  <a:lnTo>
                    <a:pt x="488315" y="0"/>
                  </a:lnTo>
                  <a:lnTo>
                    <a:pt x="757555" y="0"/>
                  </a:lnTo>
                  <a:lnTo>
                    <a:pt x="757555" y="60960"/>
                  </a:lnTo>
                  <a:lnTo>
                    <a:pt x="658495" y="60960"/>
                  </a:lnTo>
                  <a:lnTo>
                    <a:pt x="436880" y="742950"/>
                  </a:lnTo>
                  <a:cubicBezTo>
                    <a:pt x="427355" y="770255"/>
                    <a:pt x="422910" y="772795"/>
                    <a:pt x="393065" y="772795"/>
                  </a:cubicBezTo>
                  <a:lnTo>
                    <a:pt x="363220" y="772795"/>
                  </a:lnTo>
                  <a:cubicBezTo>
                    <a:pt x="334645" y="772795"/>
                    <a:pt x="327025" y="766445"/>
                    <a:pt x="319405" y="742950"/>
                  </a:cubicBezTo>
                  <a:lnTo>
                    <a:pt x="99060" y="60960"/>
                  </a:lnTo>
                  <a:lnTo>
                    <a:pt x="0" y="6096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0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  <p:sp>
          <p:nvSpPr>
            <p:cNvPr id="22" name="Freeform: Shape 282">
              <a:extLst>
                <a:ext uri="{FF2B5EF4-FFF2-40B4-BE49-F238E27FC236}">
                  <a16:creationId xmlns:a16="http://schemas.microsoft.com/office/drawing/2014/main" id="{774561B3-BC4B-C342-1A5D-2482F5A8B5A9}"/>
                </a:ext>
              </a:extLst>
            </p:cNvPr>
            <p:cNvSpPr/>
            <p:nvPr/>
          </p:nvSpPr>
          <p:spPr>
            <a:xfrm>
              <a:off x="6810375" y="2766695"/>
              <a:ext cx="584200" cy="767714"/>
            </a:xfrm>
            <a:custGeom>
              <a:avLst/>
              <a:gdLst>
                <a:gd name="connsiteX0" fmla="*/ 0 w 584200"/>
                <a:gd name="connsiteY0" fmla="*/ 0 h 767714"/>
                <a:gd name="connsiteX1" fmla="*/ 0 w 584200"/>
                <a:gd name="connsiteY1" fmla="*/ 60960 h 767714"/>
                <a:gd name="connsiteX2" fmla="*/ 103505 w 584200"/>
                <a:gd name="connsiteY2" fmla="*/ 60960 h 767714"/>
                <a:gd name="connsiteX3" fmla="*/ 103505 w 584200"/>
                <a:gd name="connsiteY3" fmla="*/ 706755 h 767714"/>
                <a:gd name="connsiteX4" fmla="*/ 0 w 584200"/>
                <a:gd name="connsiteY4" fmla="*/ 706755 h 767714"/>
                <a:gd name="connsiteX5" fmla="*/ 0 w 584200"/>
                <a:gd name="connsiteY5" fmla="*/ 767715 h 767714"/>
                <a:gd name="connsiteX6" fmla="*/ 584200 w 584200"/>
                <a:gd name="connsiteY6" fmla="*/ 767715 h 767714"/>
                <a:gd name="connsiteX7" fmla="*/ 584200 w 584200"/>
                <a:gd name="connsiteY7" fmla="*/ 604520 h 767714"/>
                <a:gd name="connsiteX8" fmla="*/ 523240 w 584200"/>
                <a:gd name="connsiteY8" fmla="*/ 604520 h 767714"/>
                <a:gd name="connsiteX9" fmla="*/ 523240 w 584200"/>
                <a:gd name="connsiteY9" fmla="*/ 706755 h 767714"/>
                <a:gd name="connsiteX10" fmla="*/ 165735 w 584200"/>
                <a:gd name="connsiteY10" fmla="*/ 706755 h 767714"/>
                <a:gd name="connsiteX11" fmla="*/ 165735 w 584200"/>
                <a:gd name="connsiteY11" fmla="*/ 400050 h 767714"/>
                <a:gd name="connsiteX12" fmla="*/ 433705 w 584200"/>
                <a:gd name="connsiteY12" fmla="*/ 400050 h 767714"/>
                <a:gd name="connsiteX13" fmla="*/ 433705 w 584200"/>
                <a:gd name="connsiteY13" fmla="*/ 339090 h 767714"/>
                <a:gd name="connsiteX14" fmla="*/ 165735 w 584200"/>
                <a:gd name="connsiteY14" fmla="*/ 339090 h 767714"/>
                <a:gd name="connsiteX15" fmla="*/ 165735 w 584200"/>
                <a:gd name="connsiteY15" fmla="*/ 60960 h 767714"/>
                <a:gd name="connsiteX16" fmla="*/ 523240 w 584200"/>
                <a:gd name="connsiteY16" fmla="*/ 60960 h 767714"/>
                <a:gd name="connsiteX17" fmla="*/ 523240 w 584200"/>
                <a:gd name="connsiteY17" fmla="*/ 159385 h 767714"/>
                <a:gd name="connsiteX18" fmla="*/ 584200 w 584200"/>
                <a:gd name="connsiteY18" fmla="*/ 159385 h 767714"/>
                <a:gd name="connsiteX19" fmla="*/ 584200 w 584200"/>
                <a:gd name="connsiteY19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84200" h="767714">
                  <a:moveTo>
                    <a:pt x="0" y="0"/>
                  </a:moveTo>
                  <a:lnTo>
                    <a:pt x="0" y="60960"/>
                  </a:lnTo>
                  <a:lnTo>
                    <a:pt x="103505" y="60960"/>
                  </a:lnTo>
                  <a:lnTo>
                    <a:pt x="103505" y="706755"/>
                  </a:lnTo>
                  <a:lnTo>
                    <a:pt x="0" y="706755"/>
                  </a:lnTo>
                  <a:lnTo>
                    <a:pt x="0" y="767715"/>
                  </a:lnTo>
                  <a:lnTo>
                    <a:pt x="584200" y="767715"/>
                  </a:lnTo>
                  <a:lnTo>
                    <a:pt x="584200" y="604520"/>
                  </a:lnTo>
                  <a:lnTo>
                    <a:pt x="523240" y="604520"/>
                  </a:lnTo>
                  <a:lnTo>
                    <a:pt x="523240" y="706755"/>
                  </a:lnTo>
                  <a:lnTo>
                    <a:pt x="165735" y="706755"/>
                  </a:lnTo>
                  <a:lnTo>
                    <a:pt x="165735" y="400050"/>
                  </a:lnTo>
                  <a:lnTo>
                    <a:pt x="433705" y="400050"/>
                  </a:lnTo>
                  <a:lnTo>
                    <a:pt x="433705" y="339090"/>
                  </a:lnTo>
                  <a:lnTo>
                    <a:pt x="165735" y="339090"/>
                  </a:lnTo>
                  <a:lnTo>
                    <a:pt x="165735" y="60960"/>
                  </a:lnTo>
                  <a:lnTo>
                    <a:pt x="523240" y="60960"/>
                  </a:lnTo>
                  <a:lnTo>
                    <a:pt x="523240" y="159385"/>
                  </a:lnTo>
                  <a:lnTo>
                    <a:pt x="584200" y="159385"/>
                  </a:lnTo>
                  <a:lnTo>
                    <a:pt x="584200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0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  <p:sp>
          <p:nvSpPr>
            <p:cNvPr id="23" name="Freeform: Shape 283">
              <a:extLst>
                <a:ext uri="{FF2B5EF4-FFF2-40B4-BE49-F238E27FC236}">
                  <a16:creationId xmlns:a16="http://schemas.microsoft.com/office/drawing/2014/main" id="{F42D681B-B051-5301-54FC-D6A53035AA2E}"/>
                </a:ext>
              </a:extLst>
            </p:cNvPr>
            <p:cNvSpPr/>
            <p:nvPr/>
          </p:nvSpPr>
          <p:spPr>
            <a:xfrm>
              <a:off x="7514590" y="2766695"/>
              <a:ext cx="699769" cy="767714"/>
            </a:xfrm>
            <a:custGeom>
              <a:avLst/>
              <a:gdLst>
                <a:gd name="connsiteX0" fmla="*/ 405130 w 699769"/>
                <a:gd name="connsiteY0" fmla="*/ 360680 h 767714"/>
                <a:gd name="connsiteX1" fmla="*/ 487045 w 699769"/>
                <a:gd name="connsiteY1" fmla="*/ 339090 h 767714"/>
                <a:gd name="connsiteX2" fmla="*/ 521335 w 699769"/>
                <a:gd name="connsiteY2" fmla="*/ 208280 h 767714"/>
                <a:gd name="connsiteX3" fmla="*/ 488315 w 699769"/>
                <a:gd name="connsiteY3" fmla="*/ 80645 h 767714"/>
                <a:gd name="connsiteX4" fmla="*/ 407035 w 699769"/>
                <a:gd name="connsiteY4" fmla="*/ 60960 h 767714"/>
                <a:gd name="connsiteX5" fmla="*/ 165100 w 699769"/>
                <a:gd name="connsiteY5" fmla="*/ 60960 h 767714"/>
                <a:gd name="connsiteX6" fmla="*/ 165100 w 699769"/>
                <a:gd name="connsiteY6" fmla="*/ 360680 h 767714"/>
                <a:gd name="connsiteX7" fmla="*/ 405130 w 699769"/>
                <a:gd name="connsiteY7" fmla="*/ 360680 h 767714"/>
                <a:gd name="connsiteX8" fmla="*/ 589915 w 699769"/>
                <a:gd name="connsiteY8" fmla="*/ 706755 h 767714"/>
                <a:gd name="connsiteX9" fmla="*/ 699770 w 699769"/>
                <a:gd name="connsiteY9" fmla="*/ 706755 h 767714"/>
                <a:gd name="connsiteX10" fmla="*/ 699770 w 699769"/>
                <a:gd name="connsiteY10" fmla="*/ 767715 h 767714"/>
                <a:gd name="connsiteX11" fmla="*/ 582295 w 699769"/>
                <a:gd name="connsiteY11" fmla="*/ 767715 h 767714"/>
                <a:gd name="connsiteX12" fmla="*/ 541655 w 699769"/>
                <a:gd name="connsiteY12" fmla="*/ 756920 h 767714"/>
                <a:gd name="connsiteX13" fmla="*/ 520700 w 699769"/>
                <a:gd name="connsiteY13" fmla="*/ 571500 h 767714"/>
                <a:gd name="connsiteX14" fmla="*/ 491490 w 699769"/>
                <a:gd name="connsiteY14" fmla="*/ 441960 h 767714"/>
                <a:gd name="connsiteX15" fmla="*/ 402590 w 699769"/>
                <a:gd name="connsiteY15" fmla="*/ 421640 h 767714"/>
                <a:gd name="connsiteX16" fmla="*/ 165735 w 699769"/>
                <a:gd name="connsiteY16" fmla="*/ 421640 h 767714"/>
                <a:gd name="connsiteX17" fmla="*/ 165735 w 699769"/>
                <a:gd name="connsiteY17" fmla="*/ 706755 h 767714"/>
                <a:gd name="connsiteX18" fmla="*/ 283210 w 699769"/>
                <a:gd name="connsiteY18" fmla="*/ 706755 h 767714"/>
                <a:gd name="connsiteX19" fmla="*/ 283210 w 699769"/>
                <a:gd name="connsiteY19" fmla="*/ 767715 h 767714"/>
                <a:gd name="connsiteX20" fmla="*/ 0 w 699769"/>
                <a:gd name="connsiteY20" fmla="*/ 767715 h 767714"/>
                <a:gd name="connsiteX21" fmla="*/ 0 w 699769"/>
                <a:gd name="connsiteY21" fmla="*/ 706755 h 767714"/>
                <a:gd name="connsiteX22" fmla="*/ 104775 w 699769"/>
                <a:gd name="connsiteY22" fmla="*/ 706755 h 767714"/>
                <a:gd name="connsiteX23" fmla="*/ 104775 w 699769"/>
                <a:gd name="connsiteY23" fmla="*/ 60960 h 767714"/>
                <a:gd name="connsiteX24" fmla="*/ 0 w 699769"/>
                <a:gd name="connsiteY24" fmla="*/ 60960 h 767714"/>
                <a:gd name="connsiteX25" fmla="*/ 0 w 699769"/>
                <a:gd name="connsiteY25" fmla="*/ 0 h 767714"/>
                <a:gd name="connsiteX26" fmla="*/ 423545 w 699769"/>
                <a:gd name="connsiteY26" fmla="*/ 0 h 767714"/>
                <a:gd name="connsiteX27" fmla="*/ 536575 w 699769"/>
                <a:gd name="connsiteY27" fmla="*/ 33020 h 767714"/>
                <a:gd name="connsiteX28" fmla="*/ 583565 w 699769"/>
                <a:gd name="connsiteY28" fmla="*/ 207645 h 767714"/>
                <a:gd name="connsiteX29" fmla="*/ 478155 w 699769"/>
                <a:gd name="connsiteY29" fmla="*/ 393065 h 767714"/>
                <a:gd name="connsiteX30" fmla="*/ 494665 w 699769"/>
                <a:gd name="connsiteY30" fmla="*/ 395605 h 767714"/>
                <a:gd name="connsiteX31" fmla="*/ 581660 w 699769"/>
                <a:gd name="connsiteY31" fmla="*/ 570865 h 767714"/>
                <a:gd name="connsiteX32" fmla="*/ 589915 w 699769"/>
                <a:gd name="connsiteY32" fmla="*/ 706755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99769" h="767714">
                  <a:moveTo>
                    <a:pt x="405130" y="360680"/>
                  </a:moveTo>
                  <a:cubicBezTo>
                    <a:pt x="450215" y="360680"/>
                    <a:pt x="471805" y="354330"/>
                    <a:pt x="487045" y="339090"/>
                  </a:cubicBezTo>
                  <a:cubicBezTo>
                    <a:pt x="502285" y="323215"/>
                    <a:pt x="521335" y="301625"/>
                    <a:pt x="521335" y="208280"/>
                  </a:cubicBezTo>
                  <a:cubicBezTo>
                    <a:pt x="521335" y="114300"/>
                    <a:pt x="504825" y="97155"/>
                    <a:pt x="488315" y="80645"/>
                  </a:cubicBezTo>
                  <a:cubicBezTo>
                    <a:pt x="473075" y="65405"/>
                    <a:pt x="448945" y="60960"/>
                    <a:pt x="407035" y="60960"/>
                  </a:cubicBezTo>
                  <a:lnTo>
                    <a:pt x="165100" y="60960"/>
                  </a:lnTo>
                  <a:lnTo>
                    <a:pt x="165100" y="360680"/>
                  </a:lnTo>
                  <a:lnTo>
                    <a:pt x="405130" y="360680"/>
                  </a:lnTo>
                  <a:close/>
                  <a:moveTo>
                    <a:pt x="589915" y="706755"/>
                  </a:moveTo>
                  <a:lnTo>
                    <a:pt x="699770" y="706755"/>
                  </a:lnTo>
                  <a:lnTo>
                    <a:pt x="699770" y="767715"/>
                  </a:lnTo>
                  <a:lnTo>
                    <a:pt x="582295" y="767715"/>
                  </a:lnTo>
                  <a:cubicBezTo>
                    <a:pt x="560705" y="767715"/>
                    <a:pt x="549275" y="764540"/>
                    <a:pt x="541655" y="756920"/>
                  </a:cubicBezTo>
                  <a:cubicBezTo>
                    <a:pt x="529590" y="744855"/>
                    <a:pt x="525145" y="728345"/>
                    <a:pt x="520700" y="571500"/>
                  </a:cubicBezTo>
                  <a:cubicBezTo>
                    <a:pt x="517525" y="483235"/>
                    <a:pt x="507365" y="458470"/>
                    <a:pt x="491490" y="441960"/>
                  </a:cubicBezTo>
                  <a:cubicBezTo>
                    <a:pt x="473710" y="422910"/>
                    <a:pt x="449580" y="421640"/>
                    <a:pt x="402590" y="421640"/>
                  </a:cubicBezTo>
                  <a:lnTo>
                    <a:pt x="165735" y="421640"/>
                  </a:lnTo>
                  <a:lnTo>
                    <a:pt x="165735" y="706755"/>
                  </a:lnTo>
                  <a:lnTo>
                    <a:pt x="283210" y="706755"/>
                  </a:lnTo>
                  <a:lnTo>
                    <a:pt x="283210" y="767715"/>
                  </a:lnTo>
                  <a:lnTo>
                    <a:pt x="0" y="767715"/>
                  </a:lnTo>
                  <a:lnTo>
                    <a:pt x="0" y="706755"/>
                  </a:lnTo>
                  <a:lnTo>
                    <a:pt x="104775" y="706755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423545" y="0"/>
                  </a:lnTo>
                  <a:cubicBezTo>
                    <a:pt x="480060" y="0"/>
                    <a:pt x="512445" y="7620"/>
                    <a:pt x="536575" y="33020"/>
                  </a:cubicBezTo>
                  <a:cubicBezTo>
                    <a:pt x="566420" y="62865"/>
                    <a:pt x="583565" y="97790"/>
                    <a:pt x="583565" y="207645"/>
                  </a:cubicBezTo>
                  <a:cubicBezTo>
                    <a:pt x="583565" y="339725"/>
                    <a:pt x="546100" y="375920"/>
                    <a:pt x="478155" y="393065"/>
                  </a:cubicBezTo>
                  <a:lnTo>
                    <a:pt x="494665" y="395605"/>
                  </a:lnTo>
                  <a:cubicBezTo>
                    <a:pt x="565785" y="409575"/>
                    <a:pt x="575945" y="439420"/>
                    <a:pt x="581660" y="570865"/>
                  </a:cubicBezTo>
                  <a:cubicBezTo>
                    <a:pt x="585470" y="671195"/>
                    <a:pt x="586740" y="680085"/>
                    <a:pt x="589915" y="706755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0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  <p:sp>
          <p:nvSpPr>
            <p:cNvPr id="24" name="Freeform: Shape 284">
              <a:extLst>
                <a:ext uri="{FF2B5EF4-FFF2-40B4-BE49-F238E27FC236}">
                  <a16:creationId xmlns:a16="http://schemas.microsoft.com/office/drawing/2014/main" id="{68CA0DCD-A2A2-51D6-6849-A0EBF50D087C}"/>
                </a:ext>
              </a:extLst>
            </p:cNvPr>
            <p:cNvSpPr/>
            <p:nvPr/>
          </p:nvSpPr>
          <p:spPr>
            <a:xfrm>
              <a:off x="8322309" y="2764789"/>
              <a:ext cx="547370" cy="769619"/>
            </a:xfrm>
            <a:custGeom>
              <a:avLst/>
              <a:gdLst>
                <a:gd name="connsiteX0" fmla="*/ 501015 w 547370"/>
                <a:gd name="connsiteY0" fmla="*/ 736600 h 769619"/>
                <a:gd name="connsiteX1" fmla="*/ 393700 w 547370"/>
                <a:gd name="connsiteY1" fmla="*/ 769620 h 769619"/>
                <a:gd name="connsiteX2" fmla="*/ 146685 w 547370"/>
                <a:gd name="connsiteY2" fmla="*/ 769620 h 769619"/>
                <a:gd name="connsiteX3" fmla="*/ 39370 w 547370"/>
                <a:gd name="connsiteY3" fmla="*/ 739140 h 769619"/>
                <a:gd name="connsiteX4" fmla="*/ 0 w 547370"/>
                <a:gd name="connsiteY4" fmla="*/ 545465 h 769619"/>
                <a:gd name="connsiteX5" fmla="*/ 60325 w 547370"/>
                <a:gd name="connsiteY5" fmla="*/ 545465 h 769619"/>
                <a:gd name="connsiteX6" fmla="*/ 85725 w 547370"/>
                <a:gd name="connsiteY6" fmla="*/ 687070 h 769619"/>
                <a:gd name="connsiteX7" fmla="*/ 158115 w 547370"/>
                <a:gd name="connsiteY7" fmla="*/ 708025 h 769619"/>
                <a:gd name="connsiteX8" fmla="*/ 387985 w 547370"/>
                <a:gd name="connsiteY8" fmla="*/ 708025 h 769619"/>
                <a:gd name="connsiteX9" fmla="*/ 462915 w 547370"/>
                <a:gd name="connsiteY9" fmla="*/ 685800 h 769619"/>
                <a:gd name="connsiteX10" fmla="*/ 481965 w 547370"/>
                <a:gd name="connsiteY10" fmla="*/ 565785 h 769619"/>
                <a:gd name="connsiteX11" fmla="*/ 465455 w 547370"/>
                <a:gd name="connsiteY11" fmla="*/ 457835 h 769619"/>
                <a:gd name="connsiteX12" fmla="*/ 382270 w 547370"/>
                <a:gd name="connsiteY12" fmla="*/ 433070 h 769619"/>
                <a:gd name="connsiteX13" fmla="*/ 161290 w 547370"/>
                <a:gd name="connsiteY13" fmla="*/ 407670 h 769619"/>
                <a:gd name="connsiteX14" fmla="*/ 46355 w 547370"/>
                <a:gd name="connsiteY14" fmla="*/ 359410 h 769619"/>
                <a:gd name="connsiteX15" fmla="*/ 11430 w 547370"/>
                <a:gd name="connsiteY15" fmla="*/ 201930 h 769619"/>
                <a:gd name="connsiteX16" fmla="*/ 55245 w 547370"/>
                <a:gd name="connsiteY16" fmla="*/ 33020 h 769619"/>
                <a:gd name="connsiteX17" fmla="*/ 161925 w 547370"/>
                <a:gd name="connsiteY17" fmla="*/ 0 h 769619"/>
                <a:gd name="connsiteX18" fmla="*/ 384810 w 547370"/>
                <a:gd name="connsiteY18" fmla="*/ 0 h 769619"/>
                <a:gd name="connsiteX19" fmla="*/ 492125 w 547370"/>
                <a:gd name="connsiteY19" fmla="*/ 30480 h 769619"/>
                <a:gd name="connsiteX20" fmla="*/ 531495 w 547370"/>
                <a:gd name="connsiteY20" fmla="*/ 217170 h 769619"/>
                <a:gd name="connsiteX21" fmla="*/ 470535 w 547370"/>
                <a:gd name="connsiteY21" fmla="*/ 217170 h 769619"/>
                <a:gd name="connsiteX22" fmla="*/ 445135 w 547370"/>
                <a:gd name="connsiteY22" fmla="*/ 81915 h 769619"/>
                <a:gd name="connsiteX23" fmla="*/ 372745 w 547370"/>
                <a:gd name="connsiteY23" fmla="*/ 60960 h 769619"/>
                <a:gd name="connsiteX24" fmla="*/ 176530 w 547370"/>
                <a:gd name="connsiteY24" fmla="*/ 60960 h 769619"/>
                <a:gd name="connsiteX25" fmla="*/ 101600 w 547370"/>
                <a:gd name="connsiteY25" fmla="*/ 82550 h 769619"/>
                <a:gd name="connsiteX26" fmla="*/ 74930 w 547370"/>
                <a:gd name="connsiteY26" fmla="*/ 200660 h 769619"/>
                <a:gd name="connsiteX27" fmla="*/ 99060 w 547370"/>
                <a:gd name="connsiteY27" fmla="*/ 318135 h 769619"/>
                <a:gd name="connsiteX28" fmla="*/ 182880 w 547370"/>
                <a:gd name="connsiteY28" fmla="*/ 342265 h 769619"/>
                <a:gd name="connsiteX29" fmla="*/ 396875 w 547370"/>
                <a:gd name="connsiteY29" fmla="*/ 364490 h 769619"/>
                <a:gd name="connsiteX30" fmla="*/ 511175 w 547370"/>
                <a:gd name="connsiteY30" fmla="*/ 401955 h 769619"/>
                <a:gd name="connsiteX31" fmla="*/ 547370 w 547370"/>
                <a:gd name="connsiteY31" fmla="*/ 565785 h 769619"/>
                <a:gd name="connsiteX32" fmla="*/ 501015 w 547370"/>
                <a:gd name="connsiteY32" fmla="*/ 736600 h 76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47370" h="769619">
                  <a:moveTo>
                    <a:pt x="501015" y="736600"/>
                  </a:moveTo>
                  <a:cubicBezTo>
                    <a:pt x="481330" y="757555"/>
                    <a:pt x="450850" y="769620"/>
                    <a:pt x="393700" y="769620"/>
                  </a:cubicBezTo>
                  <a:lnTo>
                    <a:pt x="146685" y="769620"/>
                  </a:lnTo>
                  <a:cubicBezTo>
                    <a:pt x="92075" y="769620"/>
                    <a:pt x="62230" y="760730"/>
                    <a:pt x="39370" y="739140"/>
                  </a:cubicBezTo>
                  <a:cubicBezTo>
                    <a:pt x="12065" y="710565"/>
                    <a:pt x="0" y="685165"/>
                    <a:pt x="0" y="545465"/>
                  </a:cubicBezTo>
                  <a:lnTo>
                    <a:pt x="60325" y="545465"/>
                  </a:lnTo>
                  <a:cubicBezTo>
                    <a:pt x="61595" y="664210"/>
                    <a:pt x="69215" y="670560"/>
                    <a:pt x="85725" y="687070"/>
                  </a:cubicBezTo>
                  <a:cubicBezTo>
                    <a:pt x="100965" y="702945"/>
                    <a:pt x="120650" y="708025"/>
                    <a:pt x="158115" y="708025"/>
                  </a:cubicBezTo>
                  <a:lnTo>
                    <a:pt x="387985" y="708025"/>
                  </a:lnTo>
                  <a:cubicBezTo>
                    <a:pt x="427990" y="708025"/>
                    <a:pt x="447675" y="701675"/>
                    <a:pt x="462915" y="685800"/>
                  </a:cubicBezTo>
                  <a:cubicBezTo>
                    <a:pt x="481330" y="668020"/>
                    <a:pt x="481965" y="647065"/>
                    <a:pt x="481965" y="565785"/>
                  </a:cubicBezTo>
                  <a:cubicBezTo>
                    <a:pt x="481965" y="482600"/>
                    <a:pt x="485140" y="477520"/>
                    <a:pt x="465455" y="457835"/>
                  </a:cubicBezTo>
                  <a:cubicBezTo>
                    <a:pt x="450850" y="443865"/>
                    <a:pt x="434340" y="441325"/>
                    <a:pt x="382270" y="433070"/>
                  </a:cubicBezTo>
                  <a:lnTo>
                    <a:pt x="161290" y="407670"/>
                  </a:lnTo>
                  <a:cubicBezTo>
                    <a:pt x="94615" y="400685"/>
                    <a:pt x="66040" y="379095"/>
                    <a:pt x="46355" y="359410"/>
                  </a:cubicBezTo>
                  <a:cubicBezTo>
                    <a:pt x="22225" y="335280"/>
                    <a:pt x="11430" y="299720"/>
                    <a:pt x="11430" y="201930"/>
                  </a:cubicBezTo>
                  <a:cubicBezTo>
                    <a:pt x="11430" y="111760"/>
                    <a:pt x="23495" y="64770"/>
                    <a:pt x="55245" y="33020"/>
                  </a:cubicBezTo>
                  <a:cubicBezTo>
                    <a:pt x="76200" y="12065"/>
                    <a:pt x="106045" y="0"/>
                    <a:pt x="161925" y="0"/>
                  </a:cubicBezTo>
                  <a:lnTo>
                    <a:pt x="384810" y="0"/>
                  </a:lnTo>
                  <a:cubicBezTo>
                    <a:pt x="439420" y="0"/>
                    <a:pt x="469265" y="8890"/>
                    <a:pt x="492125" y="30480"/>
                  </a:cubicBezTo>
                  <a:cubicBezTo>
                    <a:pt x="521970" y="60960"/>
                    <a:pt x="530860" y="92075"/>
                    <a:pt x="531495" y="217170"/>
                  </a:cubicBezTo>
                  <a:lnTo>
                    <a:pt x="470535" y="217170"/>
                  </a:lnTo>
                  <a:cubicBezTo>
                    <a:pt x="469265" y="113030"/>
                    <a:pt x="462915" y="99060"/>
                    <a:pt x="445135" y="81915"/>
                  </a:cubicBezTo>
                  <a:cubicBezTo>
                    <a:pt x="429895" y="66675"/>
                    <a:pt x="410210" y="60960"/>
                    <a:pt x="372745" y="60960"/>
                  </a:cubicBezTo>
                  <a:lnTo>
                    <a:pt x="176530" y="60960"/>
                  </a:lnTo>
                  <a:cubicBezTo>
                    <a:pt x="136525" y="60960"/>
                    <a:pt x="116840" y="67310"/>
                    <a:pt x="101600" y="82550"/>
                  </a:cubicBezTo>
                  <a:cubicBezTo>
                    <a:pt x="81280" y="102235"/>
                    <a:pt x="74930" y="128270"/>
                    <a:pt x="74930" y="200660"/>
                  </a:cubicBezTo>
                  <a:cubicBezTo>
                    <a:pt x="74930" y="280670"/>
                    <a:pt x="81280" y="300355"/>
                    <a:pt x="99060" y="318135"/>
                  </a:cubicBezTo>
                  <a:cubicBezTo>
                    <a:pt x="113030" y="332105"/>
                    <a:pt x="132080" y="335280"/>
                    <a:pt x="182880" y="342265"/>
                  </a:cubicBezTo>
                  <a:lnTo>
                    <a:pt x="396875" y="364490"/>
                  </a:lnTo>
                  <a:cubicBezTo>
                    <a:pt x="459105" y="370840"/>
                    <a:pt x="490855" y="382270"/>
                    <a:pt x="511175" y="401955"/>
                  </a:cubicBezTo>
                  <a:cubicBezTo>
                    <a:pt x="535940" y="427355"/>
                    <a:pt x="547370" y="465455"/>
                    <a:pt x="547370" y="565785"/>
                  </a:cubicBezTo>
                  <a:cubicBezTo>
                    <a:pt x="546100" y="665480"/>
                    <a:pt x="532130" y="706120"/>
                    <a:pt x="501015" y="736600"/>
                  </a:cubicBezTo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0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  <p:sp>
          <p:nvSpPr>
            <p:cNvPr id="25" name="Freeform: Shape 285">
              <a:extLst>
                <a:ext uri="{FF2B5EF4-FFF2-40B4-BE49-F238E27FC236}">
                  <a16:creationId xmlns:a16="http://schemas.microsoft.com/office/drawing/2014/main" id="{18E8FD08-0EE4-D7B3-CE4C-F2F59A1F7AEF}"/>
                </a:ext>
              </a:extLst>
            </p:cNvPr>
            <p:cNvSpPr/>
            <p:nvPr/>
          </p:nvSpPr>
          <p:spPr>
            <a:xfrm>
              <a:off x="10113009" y="2766695"/>
              <a:ext cx="723265" cy="767714"/>
            </a:xfrm>
            <a:custGeom>
              <a:avLst/>
              <a:gdLst>
                <a:gd name="connsiteX0" fmla="*/ 457835 w 723265"/>
                <a:gd name="connsiteY0" fmla="*/ 0 h 767714"/>
                <a:gd name="connsiteX1" fmla="*/ 457835 w 723265"/>
                <a:gd name="connsiteY1" fmla="*/ 60960 h 767714"/>
                <a:gd name="connsiteX2" fmla="*/ 567690 w 723265"/>
                <a:gd name="connsiteY2" fmla="*/ 60960 h 767714"/>
                <a:gd name="connsiteX3" fmla="*/ 367030 w 723265"/>
                <a:gd name="connsiteY3" fmla="*/ 391160 h 767714"/>
                <a:gd name="connsiteX4" fmla="*/ 361315 w 723265"/>
                <a:gd name="connsiteY4" fmla="*/ 391160 h 767714"/>
                <a:gd name="connsiteX5" fmla="*/ 162560 w 723265"/>
                <a:gd name="connsiteY5" fmla="*/ 60960 h 767714"/>
                <a:gd name="connsiteX6" fmla="*/ 273685 w 723265"/>
                <a:gd name="connsiteY6" fmla="*/ 60960 h 767714"/>
                <a:gd name="connsiteX7" fmla="*/ 273685 w 723265"/>
                <a:gd name="connsiteY7" fmla="*/ 0 h 767714"/>
                <a:gd name="connsiteX8" fmla="*/ 0 w 723265"/>
                <a:gd name="connsiteY8" fmla="*/ 0 h 767714"/>
                <a:gd name="connsiteX9" fmla="*/ 0 w 723265"/>
                <a:gd name="connsiteY9" fmla="*/ 60960 h 767714"/>
                <a:gd name="connsiteX10" fmla="*/ 88900 w 723265"/>
                <a:gd name="connsiteY10" fmla="*/ 60960 h 767714"/>
                <a:gd name="connsiteX11" fmla="*/ 331470 w 723265"/>
                <a:gd name="connsiteY11" fmla="*/ 443865 h 767714"/>
                <a:gd name="connsiteX12" fmla="*/ 331470 w 723265"/>
                <a:gd name="connsiteY12" fmla="*/ 706755 h 767714"/>
                <a:gd name="connsiteX13" fmla="*/ 217805 w 723265"/>
                <a:gd name="connsiteY13" fmla="*/ 706755 h 767714"/>
                <a:gd name="connsiteX14" fmla="*/ 217805 w 723265"/>
                <a:gd name="connsiteY14" fmla="*/ 767715 h 767714"/>
                <a:gd name="connsiteX15" fmla="*/ 504825 w 723265"/>
                <a:gd name="connsiteY15" fmla="*/ 767715 h 767714"/>
                <a:gd name="connsiteX16" fmla="*/ 504825 w 723265"/>
                <a:gd name="connsiteY16" fmla="*/ 706755 h 767714"/>
                <a:gd name="connsiteX17" fmla="*/ 392430 w 723265"/>
                <a:gd name="connsiteY17" fmla="*/ 706755 h 767714"/>
                <a:gd name="connsiteX18" fmla="*/ 392430 w 723265"/>
                <a:gd name="connsiteY18" fmla="*/ 442595 h 767714"/>
                <a:gd name="connsiteX19" fmla="*/ 631825 w 723265"/>
                <a:gd name="connsiteY19" fmla="*/ 60960 h 767714"/>
                <a:gd name="connsiteX20" fmla="*/ 723265 w 723265"/>
                <a:gd name="connsiteY20" fmla="*/ 60960 h 767714"/>
                <a:gd name="connsiteX21" fmla="*/ 723265 w 723265"/>
                <a:gd name="connsiteY21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23265" h="767714">
                  <a:moveTo>
                    <a:pt x="457835" y="0"/>
                  </a:moveTo>
                  <a:lnTo>
                    <a:pt x="457835" y="60960"/>
                  </a:lnTo>
                  <a:lnTo>
                    <a:pt x="567690" y="60960"/>
                  </a:lnTo>
                  <a:lnTo>
                    <a:pt x="367030" y="391160"/>
                  </a:lnTo>
                  <a:lnTo>
                    <a:pt x="361315" y="391160"/>
                  </a:lnTo>
                  <a:lnTo>
                    <a:pt x="162560" y="60960"/>
                  </a:lnTo>
                  <a:lnTo>
                    <a:pt x="273685" y="60960"/>
                  </a:lnTo>
                  <a:lnTo>
                    <a:pt x="273685" y="0"/>
                  </a:lnTo>
                  <a:lnTo>
                    <a:pt x="0" y="0"/>
                  </a:lnTo>
                  <a:lnTo>
                    <a:pt x="0" y="60960"/>
                  </a:lnTo>
                  <a:lnTo>
                    <a:pt x="88900" y="60960"/>
                  </a:lnTo>
                  <a:lnTo>
                    <a:pt x="331470" y="443865"/>
                  </a:lnTo>
                  <a:lnTo>
                    <a:pt x="331470" y="706755"/>
                  </a:lnTo>
                  <a:lnTo>
                    <a:pt x="217805" y="706755"/>
                  </a:lnTo>
                  <a:lnTo>
                    <a:pt x="217805" y="767715"/>
                  </a:lnTo>
                  <a:lnTo>
                    <a:pt x="504825" y="767715"/>
                  </a:lnTo>
                  <a:lnTo>
                    <a:pt x="504825" y="706755"/>
                  </a:lnTo>
                  <a:lnTo>
                    <a:pt x="392430" y="706755"/>
                  </a:lnTo>
                  <a:lnTo>
                    <a:pt x="392430" y="442595"/>
                  </a:lnTo>
                  <a:lnTo>
                    <a:pt x="631825" y="60960"/>
                  </a:lnTo>
                  <a:lnTo>
                    <a:pt x="723265" y="60960"/>
                  </a:lnTo>
                  <a:lnTo>
                    <a:pt x="72326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0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  <p:sp>
          <p:nvSpPr>
            <p:cNvPr id="26" name="Freeform: Shape 286">
              <a:extLst>
                <a:ext uri="{FF2B5EF4-FFF2-40B4-BE49-F238E27FC236}">
                  <a16:creationId xmlns:a16="http://schemas.microsoft.com/office/drawing/2014/main" id="{BD928640-09C8-43FA-3F53-5A903E0FCFC9}"/>
                </a:ext>
              </a:extLst>
            </p:cNvPr>
            <p:cNvSpPr/>
            <p:nvPr/>
          </p:nvSpPr>
          <p:spPr>
            <a:xfrm>
              <a:off x="9387840" y="2766695"/>
              <a:ext cx="631825" cy="767714"/>
            </a:xfrm>
            <a:custGeom>
              <a:avLst/>
              <a:gdLst>
                <a:gd name="connsiteX0" fmla="*/ 0 w 631825"/>
                <a:gd name="connsiteY0" fmla="*/ 0 h 767714"/>
                <a:gd name="connsiteX1" fmla="*/ 0 w 631825"/>
                <a:gd name="connsiteY1" fmla="*/ 202565 h 767714"/>
                <a:gd name="connsiteX2" fmla="*/ 60960 w 631825"/>
                <a:gd name="connsiteY2" fmla="*/ 202565 h 767714"/>
                <a:gd name="connsiteX3" fmla="*/ 60960 w 631825"/>
                <a:gd name="connsiteY3" fmla="*/ 47625 h 767714"/>
                <a:gd name="connsiteX4" fmla="*/ 285750 w 631825"/>
                <a:gd name="connsiteY4" fmla="*/ 47625 h 767714"/>
                <a:gd name="connsiteX5" fmla="*/ 285750 w 631825"/>
                <a:gd name="connsiteY5" fmla="*/ 706755 h 767714"/>
                <a:gd name="connsiteX6" fmla="*/ 172085 w 631825"/>
                <a:gd name="connsiteY6" fmla="*/ 706755 h 767714"/>
                <a:gd name="connsiteX7" fmla="*/ 172085 w 631825"/>
                <a:gd name="connsiteY7" fmla="*/ 767715 h 767714"/>
                <a:gd name="connsiteX8" fmla="*/ 459105 w 631825"/>
                <a:gd name="connsiteY8" fmla="*/ 767715 h 767714"/>
                <a:gd name="connsiteX9" fmla="*/ 459105 w 631825"/>
                <a:gd name="connsiteY9" fmla="*/ 706755 h 767714"/>
                <a:gd name="connsiteX10" fmla="*/ 346710 w 631825"/>
                <a:gd name="connsiteY10" fmla="*/ 706755 h 767714"/>
                <a:gd name="connsiteX11" fmla="*/ 346710 w 631825"/>
                <a:gd name="connsiteY11" fmla="*/ 47625 h 767714"/>
                <a:gd name="connsiteX12" fmla="*/ 570865 w 631825"/>
                <a:gd name="connsiteY12" fmla="*/ 47625 h 767714"/>
                <a:gd name="connsiteX13" fmla="*/ 570865 w 631825"/>
                <a:gd name="connsiteY13" fmla="*/ 202565 h 767714"/>
                <a:gd name="connsiteX14" fmla="*/ 631825 w 631825"/>
                <a:gd name="connsiteY14" fmla="*/ 202565 h 767714"/>
                <a:gd name="connsiteX15" fmla="*/ 631825 w 631825"/>
                <a:gd name="connsiteY15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31825" h="767714">
                  <a:moveTo>
                    <a:pt x="0" y="0"/>
                  </a:moveTo>
                  <a:lnTo>
                    <a:pt x="0" y="202565"/>
                  </a:lnTo>
                  <a:lnTo>
                    <a:pt x="60960" y="202565"/>
                  </a:lnTo>
                  <a:lnTo>
                    <a:pt x="60960" y="47625"/>
                  </a:lnTo>
                  <a:lnTo>
                    <a:pt x="285750" y="47625"/>
                  </a:lnTo>
                  <a:lnTo>
                    <a:pt x="285750" y="706755"/>
                  </a:lnTo>
                  <a:lnTo>
                    <a:pt x="172085" y="706755"/>
                  </a:lnTo>
                  <a:lnTo>
                    <a:pt x="172085" y="767715"/>
                  </a:lnTo>
                  <a:lnTo>
                    <a:pt x="459105" y="767715"/>
                  </a:lnTo>
                  <a:lnTo>
                    <a:pt x="459105" y="706755"/>
                  </a:lnTo>
                  <a:lnTo>
                    <a:pt x="346710" y="706755"/>
                  </a:lnTo>
                  <a:lnTo>
                    <a:pt x="346710" y="47625"/>
                  </a:lnTo>
                  <a:lnTo>
                    <a:pt x="570865" y="47625"/>
                  </a:lnTo>
                  <a:lnTo>
                    <a:pt x="570865" y="202565"/>
                  </a:lnTo>
                  <a:lnTo>
                    <a:pt x="631825" y="202565"/>
                  </a:lnTo>
                  <a:lnTo>
                    <a:pt x="63182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0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  <p:sp>
          <p:nvSpPr>
            <p:cNvPr id="27" name="Freeform: Shape 114">
              <a:extLst>
                <a:ext uri="{FF2B5EF4-FFF2-40B4-BE49-F238E27FC236}">
                  <a16:creationId xmlns:a16="http://schemas.microsoft.com/office/drawing/2014/main" id="{E86B0189-7EE1-9482-3BDD-261667780474}"/>
                </a:ext>
              </a:extLst>
            </p:cNvPr>
            <p:cNvSpPr/>
            <p:nvPr/>
          </p:nvSpPr>
          <p:spPr>
            <a:xfrm>
              <a:off x="8993505" y="2766695"/>
              <a:ext cx="286384" cy="767714"/>
            </a:xfrm>
            <a:custGeom>
              <a:avLst/>
              <a:gdLst>
                <a:gd name="connsiteX0" fmla="*/ 0 w 286384"/>
                <a:gd name="connsiteY0" fmla="*/ 0 h 767714"/>
                <a:gd name="connsiteX1" fmla="*/ 0 w 286384"/>
                <a:gd name="connsiteY1" fmla="*/ 60960 h 767714"/>
                <a:gd name="connsiteX2" fmla="*/ 112395 w 286384"/>
                <a:gd name="connsiteY2" fmla="*/ 60960 h 767714"/>
                <a:gd name="connsiteX3" fmla="*/ 112395 w 286384"/>
                <a:gd name="connsiteY3" fmla="*/ 706755 h 767714"/>
                <a:gd name="connsiteX4" fmla="*/ 0 w 286384"/>
                <a:gd name="connsiteY4" fmla="*/ 706755 h 767714"/>
                <a:gd name="connsiteX5" fmla="*/ 0 w 286384"/>
                <a:gd name="connsiteY5" fmla="*/ 767715 h 767714"/>
                <a:gd name="connsiteX6" fmla="*/ 286385 w 286384"/>
                <a:gd name="connsiteY6" fmla="*/ 767715 h 767714"/>
                <a:gd name="connsiteX7" fmla="*/ 286385 w 286384"/>
                <a:gd name="connsiteY7" fmla="*/ 706755 h 767714"/>
                <a:gd name="connsiteX8" fmla="*/ 173989 w 286384"/>
                <a:gd name="connsiteY8" fmla="*/ 706755 h 767714"/>
                <a:gd name="connsiteX9" fmla="*/ 173989 w 286384"/>
                <a:gd name="connsiteY9" fmla="*/ 60960 h 767714"/>
                <a:gd name="connsiteX10" fmla="*/ 286385 w 286384"/>
                <a:gd name="connsiteY10" fmla="*/ 60960 h 767714"/>
                <a:gd name="connsiteX11" fmla="*/ 286385 w 286384"/>
                <a:gd name="connsiteY11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6384" h="767714">
                  <a:moveTo>
                    <a:pt x="0" y="0"/>
                  </a:moveTo>
                  <a:lnTo>
                    <a:pt x="0" y="60960"/>
                  </a:lnTo>
                  <a:lnTo>
                    <a:pt x="112395" y="60960"/>
                  </a:lnTo>
                  <a:lnTo>
                    <a:pt x="112395" y="706755"/>
                  </a:lnTo>
                  <a:lnTo>
                    <a:pt x="0" y="706755"/>
                  </a:lnTo>
                  <a:lnTo>
                    <a:pt x="0" y="767715"/>
                  </a:lnTo>
                  <a:lnTo>
                    <a:pt x="286385" y="767715"/>
                  </a:lnTo>
                  <a:lnTo>
                    <a:pt x="286385" y="706755"/>
                  </a:lnTo>
                  <a:lnTo>
                    <a:pt x="173989" y="706755"/>
                  </a:lnTo>
                  <a:lnTo>
                    <a:pt x="173989" y="60960"/>
                  </a:lnTo>
                  <a:lnTo>
                    <a:pt x="286385" y="60960"/>
                  </a:lnTo>
                  <a:lnTo>
                    <a:pt x="28638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0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E04A5968-6390-ED1C-60EE-9DACB166EFC4}"/>
              </a:ext>
            </a:extLst>
          </p:cNvPr>
          <p:cNvSpPr txBox="1"/>
          <p:nvPr/>
        </p:nvSpPr>
        <p:spPr>
          <a:xfrm>
            <a:off x="-76200" y="3377595"/>
            <a:ext cx="31389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Agenda</a:t>
            </a:r>
            <a:endParaRPr lang="id-ID" sz="3600" b="1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64A1FAE-6B7C-C733-A9A5-E0B63DBEB262}"/>
              </a:ext>
            </a:extLst>
          </p:cNvPr>
          <p:cNvSpPr txBox="1"/>
          <p:nvPr/>
        </p:nvSpPr>
        <p:spPr>
          <a:xfrm>
            <a:off x="2967198" y="1663933"/>
            <a:ext cx="42404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361950" algn="l"/>
              </a:tabLst>
            </a:pPr>
            <a:r>
              <a:rPr lang="en-US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01. Problem &amp; Context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AC2AF4-DBF8-3A7E-74C2-C7CF8A721C10}"/>
              </a:ext>
            </a:extLst>
          </p:cNvPr>
          <p:cNvSpPr txBox="1"/>
          <p:nvPr/>
        </p:nvSpPr>
        <p:spPr>
          <a:xfrm>
            <a:off x="2936649" y="2457503"/>
            <a:ext cx="45228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361950" algn="l"/>
              </a:tabLst>
            </a:pPr>
            <a:r>
              <a:rPr lang="en-US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02. Current Process and Pain Points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772E6A-AAB1-6CB7-A9CF-2A7732F9A2A7}"/>
              </a:ext>
            </a:extLst>
          </p:cNvPr>
          <p:cNvSpPr txBox="1"/>
          <p:nvPr/>
        </p:nvSpPr>
        <p:spPr>
          <a:xfrm>
            <a:off x="2959089" y="3273354"/>
            <a:ext cx="4294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361950" algn="l"/>
              </a:tabLst>
            </a:pPr>
            <a:r>
              <a:rPr lang="en-US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03.</a:t>
            </a:r>
            <a:r>
              <a:rPr lang="en-IN" sz="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en-IN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Project Objectives </a:t>
            </a:r>
            <a:endParaRPr lang="en-US" sz="1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F310175-5D5F-6B63-AA7C-99D2B3181972}"/>
              </a:ext>
            </a:extLst>
          </p:cNvPr>
          <p:cNvSpPr txBox="1"/>
          <p:nvPr/>
        </p:nvSpPr>
        <p:spPr>
          <a:xfrm>
            <a:off x="7949089" y="1835928"/>
            <a:ext cx="42404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361950" algn="l"/>
              </a:tabLst>
            </a:pPr>
            <a:r>
              <a:rPr lang="en-US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07. Testing and Validation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0D939F6-CF75-8A93-D582-AF6209F6C051}"/>
              </a:ext>
            </a:extLst>
          </p:cNvPr>
          <p:cNvSpPr txBox="1"/>
          <p:nvPr/>
        </p:nvSpPr>
        <p:spPr>
          <a:xfrm>
            <a:off x="2982741" y="4020869"/>
            <a:ext cx="43764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tabLst>
                <a:tab pos="361950" algn="l"/>
              </a:tabLst>
              <a:defRPr sz="2000">
                <a:latin typeface="Roboto Slab" pitchFamily="2" charset="0"/>
                <a:ea typeface="Roboto Slab" pitchFamily="2" charset="0"/>
                <a:cs typeface="Poppins" panose="00000500000000000000" pitchFamily="2" charset="0"/>
              </a:defRPr>
            </a:lvl1pPr>
          </a:lstStyle>
          <a:p>
            <a:r>
              <a:rPr lang="en-US" sz="1600" dirty="0">
                <a:cs typeface="Roboto Slab" pitchFamily="2" charset="0"/>
              </a:rPr>
              <a:t>04. </a:t>
            </a:r>
            <a:r>
              <a:rPr lang="en-IN" sz="1600" dirty="0">
                <a:cs typeface="Roboto Slab" pitchFamily="2" charset="0"/>
              </a:rPr>
              <a:t>Agentic workflow, System Architecture </a:t>
            </a:r>
            <a:endParaRPr lang="en-US" sz="1600" dirty="0">
              <a:cs typeface="Roboto Slab" pitchFamily="2" charset="0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61AF1A6-5993-2743-DDC5-C1908944517E}"/>
              </a:ext>
            </a:extLst>
          </p:cNvPr>
          <p:cNvCxnSpPr>
            <a:cxnSpLocks/>
          </p:cNvCxnSpPr>
          <p:nvPr/>
        </p:nvCxnSpPr>
        <p:spPr>
          <a:xfrm flipV="1">
            <a:off x="2826078" y="1218465"/>
            <a:ext cx="0" cy="508770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2FEE25F3-9D8A-B268-9999-4DD2E0F18A9E}"/>
              </a:ext>
            </a:extLst>
          </p:cNvPr>
          <p:cNvSpPr txBox="1"/>
          <p:nvPr/>
        </p:nvSpPr>
        <p:spPr>
          <a:xfrm>
            <a:off x="2967198" y="4836720"/>
            <a:ext cx="46979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tabLst>
                <a:tab pos="361950" algn="l"/>
              </a:tabLst>
              <a:defRPr sz="2000">
                <a:latin typeface="Roboto Slab" pitchFamily="2" charset="0"/>
                <a:ea typeface="Roboto Slab" pitchFamily="2" charset="0"/>
                <a:cs typeface="Poppins" panose="00000500000000000000" pitchFamily="2" charset="0"/>
              </a:defRPr>
            </a:lvl1pPr>
          </a:lstStyle>
          <a:p>
            <a:r>
              <a:rPr lang="en-US" sz="1600" dirty="0">
                <a:cs typeface="Roboto Slab" pitchFamily="2" charset="0"/>
              </a:rPr>
              <a:t>05. </a:t>
            </a:r>
            <a:r>
              <a:rPr lang="en-IN" sz="1600" dirty="0">
                <a:cs typeface="Roboto Slab" pitchFamily="2" charset="0"/>
              </a:rPr>
              <a:t>Data, tools, and technology stack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9D72553-6555-EFA1-8C21-E2CE6047F767}"/>
              </a:ext>
            </a:extLst>
          </p:cNvPr>
          <p:cNvSpPr txBox="1"/>
          <p:nvPr/>
        </p:nvSpPr>
        <p:spPr>
          <a:xfrm>
            <a:off x="8028151" y="2524869"/>
            <a:ext cx="42404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361950" algn="l"/>
              </a:tabLst>
            </a:pPr>
            <a:r>
              <a:rPr lang="en-US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08. Analysis and Results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4B6EFD5-C053-E949-4208-62A522FA5152}"/>
              </a:ext>
            </a:extLst>
          </p:cNvPr>
          <p:cNvSpPr txBox="1"/>
          <p:nvPr/>
        </p:nvSpPr>
        <p:spPr>
          <a:xfrm>
            <a:off x="8017641" y="3298641"/>
            <a:ext cx="42404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361950" algn="l"/>
              </a:tabLst>
            </a:pPr>
            <a:r>
              <a:rPr lang="en-US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09. Business Impact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86ADC3A-2528-5B24-FED1-5B379F21FCD9}"/>
              </a:ext>
            </a:extLst>
          </p:cNvPr>
          <p:cNvSpPr txBox="1"/>
          <p:nvPr/>
        </p:nvSpPr>
        <p:spPr>
          <a:xfrm>
            <a:off x="8052993" y="4104495"/>
            <a:ext cx="42404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361950" algn="l"/>
              </a:tabLst>
            </a:pPr>
            <a:r>
              <a:rPr lang="en-US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10. Conclusion and Future Scope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3CFF82-4827-AAE4-499F-B6B3A9B26D4E}"/>
              </a:ext>
            </a:extLst>
          </p:cNvPr>
          <p:cNvSpPr txBox="1"/>
          <p:nvPr/>
        </p:nvSpPr>
        <p:spPr>
          <a:xfrm>
            <a:off x="8122431" y="4804678"/>
            <a:ext cx="42404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361950" algn="l"/>
              </a:tabLst>
            </a:pPr>
            <a:r>
              <a:rPr lang="en-US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11. References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CFB15AB-E8F8-B420-1167-F1BC4D013648}"/>
              </a:ext>
            </a:extLst>
          </p:cNvPr>
          <p:cNvSpPr txBox="1"/>
          <p:nvPr/>
        </p:nvSpPr>
        <p:spPr>
          <a:xfrm>
            <a:off x="2997745" y="5545022"/>
            <a:ext cx="42404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361950" algn="l"/>
              </a:tabLst>
            </a:pPr>
            <a:r>
              <a:rPr lang="en-US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06. Implementation and Demo</a:t>
            </a:r>
          </a:p>
        </p:txBody>
      </p:sp>
    </p:spTree>
    <p:extLst>
      <p:ext uri="{BB962C8B-B14F-4D97-AF65-F5344CB8AC3E}">
        <p14:creationId xmlns:p14="http://schemas.microsoft.com/office/powerpoint/2010/main" val="3098427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395" y="288212"/>
            <a:ext cx="6379901" cy="591608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  <a:latin typeface="+mj-lt"/>
                <a:ea typeface="+mn-ea"/>
                <a:cs typeface="+mn-cs"/>
              </a:rPr>
              <a:t>Problem Statement and Context</a:t>
            </a:r>
            <a:r>
              <a:rPr lang="en-IN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152" y="6007734"/>
            <a:ext cx="596293" cy="617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28AED9-0C48-4188-A606-9E40331E64B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DE64CB-10F6-D72E-563D-76D7E4DC88F6}"/>
              </a:ext>
            </a:extLst>
          </p:cNvPr>
          <p:cNvSpPr txBox="1"/>
          <p:nvPr/>
        </p:nvSpPr>
        <p:spPr>
          <a:xfrm>
            <a:off x="405395" y="1118666"/>
            <a:ext cx="7183074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IN" i="0" dirty="0">
                <a:solidFill>
                  <a:srgbClr val="4A4C55"/>
                </a:solidFill>
                <a:effectLst/>
                <a:latin typeface="+mj-lt"/>
              </a:rPr>
              <a:t>Background | Current status | Why this topic? | Design Thinking </a:t>
            </a:r>
            <a:endParaRPr lang="en-IN" sz="1600" dirty="0">
              <a:solidFill>
                <a:srgbClr val="4A4C55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4ADA0E-B33D-5DB9-111C-966A55F28899}"/>
              </a:ext>
            </a:extLst>
          </p:cNvPr>
          <p:cNvSpPr txBox="1"/>
          <p:nvPr/>
        </p:nvSpPr>
        <p:spPr>
          <a:xfrm>
            <a:off x="460109" y="5375842"/>
            <a:ext cx="9680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Note: Slide titles are indicative and for template only. You may customize the contents as appropriate. Please remove all the template text during the final presentations.  </a:t>
            </a:r>
          </a:p>
        </p:txBody>
      </p:sp>
    </p:spTree>
    <p:extLst>
      <p:ext uri="{BB962C8B-B14F-4D97-AF65-F5344CB8AC3E}">
        <p14:creationId xmlns:p14="http://schemas.microsoft.com/office/powerpoint/2010/main" val="2453994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B524C-6C4B-DF82-13AE-7FF8BC3EF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2AE03C4-A74B-68F6-DD50-D945BD908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28138"/>
            <a:ext cx="6379901" cy="591608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Project Objectives</a:t>
            </a:r>
            <a:endParaRPr lang="en-IN" dirty="0">
              <a:solidFill>
                <a:srgbClr val="4A4C55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9E5BF9-3EDE-6B6D-D095-18C6F6EE3E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152" y="6007734"/>
            <a:ext cx="596293" cy="617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28AED9-0C48-4188-A606-9E40331E64B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536860-DD1E-5DB9-1BAA-B114B6C93735}"/>
              </a:ext>
            </a:extLst>
          </p:cNvPr>
          <p:cNvSpPr txBox="1"/>
          <p:nvPr/>
        </p:nvSpPr>
        <p:spPr>
          <a:xfrm>
            <a:off x="402336" y="5699957"/>
            <a:ext cx="96804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Note: Slide titles are indicative and for template only. You may customize the contents as appropriate.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CC67C7-4ACD-02A9-CCC4-BD32F1A6595C}"/>
              </a:ext>
            </a:extLst>
          </p:cNvPr>
          <p:cNvSpPr txBox="1"/>
          <p:nvPr/>
        </p:nvSpPr>
        <p:spPr>
          <a:xfrm>
            <a:off x="402336" y="1062452"/>
            <a:ext cx="81493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61950" algn="l"/>
              </a:tabLst>
            </a:pPr>
            <a:r>
              <a:rPr lang="en-IN" sz="18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3-4 execution objectives with action verbs on end outcomes.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E41D41-9E11-EC8C-AE2A-C5FDD63DF150}"/>
              </a:ext>
            </a:extLst>
          </p:cNvPr>
          <p:cNvSpPr txBox="1"/>
          <p:nvPr/>
        </p:nvSpPr>
        <p:spPr>
          <a:xfrm>
            <a:off x="883227" y="1894259"/>
            <a:ext cx="10092634" cy="1994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IN" sz="1400" b="0" i="0" dirty="0">
                <a:solidFill>
                  <a:srgbClr val="000000"/>
                </a:solidFill>
                <a:effectLst/>
              </a:rPr>
              <a:t>Sample: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IN" sz="1400" b="0" i="0" dirty="0">
                <a:solidFill>
                  <a:srgbClr val="000000"/>
                </a:solidFill>
                <a:effectLst/>
              </a:rPr>
              <a:t>Build an agent that ingests a support ticket, classifies it by category and priority, and routes it to the right team automatically.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IN" sz="1400" b="0" i="0" dirty="0">
                <a:solidFill>
                  <a:srgbClr val="000000"/>
                </a:solidFill>
                <a:effectLst/>
              </a:rPr>
              <a:t>Reduce average triage time from ~45 minutes to under 5 minutes, cutting manual touchpoints by 80%.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IN" sz="1400" b="0" i="0" dirty="0">
                <a:solidFill>
                  <a:srgbClr val="000000"/>
                </a:solidFill>
                <a:effectLst/>
              </a:rPr>
              <a:t>Implement a HITL checkpoint where the agent flags ambiguous tickets for human review before routing.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IN" sz="1400" b="0" i="0" dirty="0">
                <a:solidFill>
                  <a:srgbClr val="000000"/>
                </a:solidFill>
                <a:effectLst/>
              </a:rPr>
              <a:t>Demonstrate a before-vs-after comparison showing SLA compliance improvement from 65% to 90%+.</a:t>
            </a:r>
          </a:p>
        </p:txBody>
      </p:sp>
    </p:spTree>
    <p:extLst>
      <p:ext uri="{BB962C8B-B14F-4D97-AF65-F5344CB8AC3E}">
        <p14:creationId xmlns:p14="http://schemas.microsoft.com/office/powerpoint/2010/main" val="3056624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6494C-8EF0-638B-8B11-712AE1CD0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20AE0DE-5930-DDBB-F870-D11E6E7C0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28138"/>
            <a:ext cx="6379901" cy="591608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Current Vs Proposed Approach</a:t>
            </a:r>
            <a:endParaRPr lang="en-IN" dirty="0">
              <a:solidFill>
                <a:srgbClr val="4A4C55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4EB9A1-53D3-78D3-774F-33E6B7128C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152" y="6007734"/>
            <a:ext cx="596293" cy="617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28AED9-0C48-4188-A606-9E40331E64B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DF9A2F-5F38-6635-1ECD-8FC50CB0B078}"/>
              </a:ext>
            </a:extLst>
          </p:cNvPr>
          <p:cNvSpPr txBox="1"/>
          <p:nvPr/>
        </p:nvSpPr>
        <p:spPr>
          <a:xfrm>
            <a:off x="512064" y="5583662"/>
            <a:ext cx="9680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Note: Slide titles are indicative and for template only. You may customize the contents as appropriate. Please remove all the template text during the final presentations.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A3735E-37F0-FEA5-CA4B-DD5FAA48C6F1}"/>
              </a:ext>
            </a:extLst>
          </p:cNvPr>
          <p:cNvSpPr txBox="1"/>
          <p:nvPr/>
        </p:nvSpPr>
        <p:spPr>
          <a:xfrm>
            <a:off x="402336" y="1135189"/>
            <a:ext cx="7941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61950" algn="l"/>
              </a:tabLst>
            </a:pPr>
            <a:r>
              <a:rPr lang="en-IN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Show the existing system and proposed agentic system workflows.</a:t>
            </a:r>
            <a:endParaRPr lang="en-IN" sz="1800" dirty="0">
              <a:solidFill>
                <a:srgbClr val="4A4C55"/>
              </a:solidFill>
              <a:latin typeface="Roboto Slab" pitchFamily="2" charset="0"/>
              <a:ea typeface="Roboto Slab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715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2E3C2-945A-9F97-AA39-DC59BCDC7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A24FFAA-3E15-DFFC-9B95-17A46C0E2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238474"/>
            <a:ext cx="6379901" cy="591608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System Architecture</a:t>
            </a:r>
            <a:endParaRPr lang="en-IN" dirty="0">
              <a:solidFill>
                <a:srgbClr val="4A4C55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A3CA05-5D9A-78F0-75D4-BD15A4365F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152" y="6007734"/>
            <a:ext cx="596293" cy="617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28AED9-0C48-4188-A606-9E40331E64B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1B72E1-9409-B6C2-290B-1BA28DFAB20D}"/>
              </a:ext>
            </a:extLst>
          </p:cNvPr>
          <p:cNvSpPr txBox="1"/>
          <p:nvPr/>
        </p:nvSpPr>
        <p:spPr>
          <a:xfrm>
            <a:off x="402336" y="5484514"/>
            <a:ext cx="9680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Note: Slide titles are indicative and for template only. You may customize the contents as appropriate. Please remove all the template text during the final presentations.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028857-945B-EAB1-D75E-75F95EFF6854}"/>
              </a:ext>
            </a:extLst>
          </p:cNvPr>
          <p:cNvSpPr txBox="1"/>
          <p:nvPr/>
        </p:nvSpPr>
        <p:spPr>
          <a:xfrm>
            <a:off x="402336" y="979325"/>
            <a:ext cx="10094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61950" algn="l"/>
              </a:tabLst>
            </a:pPr>
            <a:r>
              <a:rPr lang="en-IN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End-to-End Diagram, Agent Flow</a:t>
            </a:r>
            <a:endParaRPr lang="en-IN" sz="1800" dirty="0">
              <a:solidFill>
                <a:srgbClr val="4A4C55"/>
              </a:solidFill>
              <a:latin typeface="Roboto Slab" pitchFamily="2" charset="0"/>
              <a:ea typeface="Roboto Slab" pitchFamily="2" charset="0"/>
              <a:cs typeface="Poppins" panose="00000500000000000000" pitchFamily="2" charset="0"/>
            </a:endParaRPr>
          </a:p>
        </p:txBody>
      </p:sp>
      <p:sp>
        <p:nvSpPr>
          <p:cNvPr id="2" name="Text 7">
            <a:extLst>
              <a:ext uri="{FF2B5EF4-FFF2-40B4-BE49-F238E27FC236}">
                <a16:creationId xmlns:a16="http://schemas.microsoft.com/office/drawing/2014/main" id="{FDB77056-2B30-F39D-A290-9E46EF337E56}"/>
              </a:ext>
            </a:extLst>
          </p:cNvPr>
          <p:cNvSpPr/>
          <p:nvPr/>
        </p:nvSpPr>
        <p:spPr>
          <a:xfrm>
            <a:off x="1523308" y="1563487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5E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[Workflow Name — e.g., Ticket Triage &amp; Resolution Agent]</a:t>
            </a:r>
            <a:endParaRPr lang="en-US" sz="13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" name="Shape 8">
            <a:extLst>
              <a:ext uri="{FF2B5EF4-FFF2-40B4-BE49-F238E27FC236}">
                <a16:creationId xmlns:a16="http://schemas.microsoft.com/office/drawing/2014/main" id="{7AF4E43E-E8C2-0308-518D-90D68DE7D570}"/>
              </a:ext>
            </a:extLst>
          </p:cNvPr>
          <p:cNvSpPr/>
          <p:nvPr/>
        </p:nvSpPr>
        <p:spPr>
          <a:xfrm>
            <a:off x="1980508" y="2020687"/>
            <a:ext cx="512064" cy="51206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" name="Text 9">
            <a:extLst>
              <a:ext uri="{FF2B5EF4-FFF2-40B4-BE49-F238E27FC236}">
                <a16:creationId xmlns:a16="http://schemas.microsoft.com/office/drawing/2014/main" id="{5FFC8E18-58E8-06B7-3A76-1AC43BFA2BE9}"/>
              </a:ext>
            </a:extLst>
          </p:cNvPr>
          <p:cNvSpPr/>
          <p:nvPr/>
        </p:nvSpPr>
        <p:spPr>
          <a:xfrm>
            <a:off x="1980508" y="202068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1</a:t>
            </a:r>
            <a:endParaRPr lang="en-US" sz="1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84EBBDE5-A79B-C68A-0D9D-9DBCAFD7EFC5}"/>
              </a:ext>
            </a:extLst>
          </p:cNvPr>
          <p:cNvSpPr/>
          <p:nvPr/>
        </p:nvSpPr>
        <p:spPr>
          <a:xfrm>
            <a:off x="1587316" y="2587615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065A8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TRIGGER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0" name="Shape 11">
            <a:extLst>
              <a:ext uri="{FF2B5EF4-FFF2-40B4-BE49-F238E27FC236}">
                <a16:creationId xmlns:a16="http://schemas.microsoft.com/office/drawing/2014/main" id="{5080B89D-DE58-AFDD-7461-879E81E99BE5}"/>
              </a:ext>
            </a:extLst>
          </p:cNvPr>
          <p:cNvSpPr/>
          <p:nvPr/>
        </p:nvSpPr>
        <p:spPr>
          <a:xfrm>
            <a:off x="1477588" y="2861935"/>
            <a:ext cx="1572768" cy="1417320"/>
          </a:xfrm>
          <a:prstGeom prst="rect">
            <a:avLst/>
          </a:prstGeom>
          <a:solidFill>
            <a:srgbClr val="F4F7FC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5A973B0B-0D24-C5AC-AEEA-F701AB5FE26F}"/>
              </a:ext>
            </a:extLst>
          </p:cNvPr>
          <p:cNvSpPr/>
          <p:nvPr/>
        </p:nvSpPr>
        <p:spPr>
          <a:xfrm>
            <a:off x="1569028" y="2925943"/>
            <a:ext cx="1417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[What event or input starts the workflow? e.g., new support ticket, scheduled batch, API call]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253B9AF7-10AA-844E-E6E0-9106EC241E24}"/>
              </a:ext>
            </a:extLst>
          </p:cNvPr>
          <p:cNvSpPr/>
          <p:nvPr/>
        </p:nvSpPr>
        <p:spPr>
          <a:xfrm>
            <a:off x="3050356" y="2240143"/>
            <a:ext cx="146304" cy="54864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A30D9A0A-53C9-0CB8-932A-73FA36E6A437}"/>
              </a:ext>
            </a:extLst>
          </p:cNvPr>
          <p:cNvSpPr/>
          <p:nvPr/>
        </p:nvSpPr>
        <p:spPr>
          <a:xfrm>
            <a:off x="3699580" y="2020687"/>
            <a:ext cx="512064" cy="512064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EEE95857-817B-E8AB-71EA-B9BD27EB0B63}"/>
              </a:ext>
            </a:extLst>
          </p:cNvPr>
          <p:cNvSpPr/>
          <p:nvPr/>
        </p:nvSpPr>
        <p:spPr>
          <a:xfrm>
            <a:off x="3699580" y="202068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2</a:t>
            </a:r>
            <a:endParaRPr lang="en-US" sz="1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0D765FBC-764F-461C-A544-E660056C8FC8}"/>
              </a:ext>
            </a:extLst>
          </p:cNvPr>
          <p:cNvSpPr/>
          <p:nvPr/>
        </p:nvSpPr>
        <p:spPr>
          <a:xfrm>
            <a:off x="3306388" y="2587615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1A2B5E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SENSE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6" name="Shape 17">
            <a:extLst>
              <a:ext uri="{FF2B5EF4-FFF2-40B4-BE49-F238E27FC236}">
                <a16:creationId xmlns:a16="http://schemas.microsoft.com/office/drawing/2014/main" id="{690F238D-4478-7312-CAB2-E35E6B531262}"/>
              </a:ext>
            </a:extLst>
          </p:cNvPr>
          <p:cNvSpPr/>
          <p:nvPr/>
        </p:nvSpPr>
        <p:spPr>
          <a:xfrm>
            <a:off x="3196660" y="2861935"/>
            <a:ext cx="1572768" cy="1417320"/>
          </a:xfrm>
          <a:prstGeom prst="rect">
            <a:avLst/>
          </a:prstGeom>
          <a:solidFill>
            <a:srgbClr val="F4F7FC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374FE83E-16F2-F47E-AF2D-FE6A5EB04343}"/>
              </a:ext>
            </a:extLst>
          </p:cNvPr>
          <p:cNvSpPr/>
          <p:nvPr/>
        </p:nvSpPr>
        <p:spPr>
          <a:xfrm>
            <a:off x="3288100" y="2925943"/>
            <a:ext cx="1417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[What data does the agent ingest? e.g., ticket text, SOP docs, user history, logs]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8" name="Shape 19">
            <a:extLst>
              <a:ext uri="{FF2B5EF4-FFF2-40B4-BE49-F238E27FC236}">
                <a16:creationId xmlns:a16="http://schemas.microsoft.com/office/drawing/2014/main" id="{8A7BFCF3-E59D-06C1-AE55-C3024A6E773E}"/>
              </a:ext>
            </a:extLst>
          </p:cNvPr>
          <p:cNvSpPr/>
          <p:nvPr/>
        </p:nvSpPr>
        <p:spPr>
          <a:xfrm>
            <a:off x="4769428" y="2240143"/>
            <a:ext cx="146304" cy="54864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9" name="Shape 20">
            <a:extLst>
              <a:ext uri="{FF2B5EF4-FFF2-40B4-BE49-F238E27FC236}">
                <a16:creationId xmlns:a16="http://schemas.microsoft.com/office/drawing/2014/main" id="{E5488C70-3282-B681-EC54-0F5852E88F05}"/>
              </a:ext>
            </a:extLst>
          </p:cNvPr>
          <p:cNvSpPr/>
          <p:nvPr/>
        </p:nvSpPr>
        <p:spPr>
          <a:xfrm>
            <a:off x="5418652" y="2020687"/>
            <a:ext cx="512064" cy="512064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4D91659B-57EE-B603-5C6A-68D67E16F5A7}"/>
              </a:ext>
            </a:extLst>
          </p:cNvPr>
          <p:cNvSpPr/>
          <p:nvPr/>
        </p:nvSpPr>
        <p:spPr>
          <a:xfrm>
            <a:off x="5418652" y="202068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3</a:t>
            </a:r>
            <a:endParaRPr lang="en-US" sz="1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21" name="Text 22">
            <a:extLst>
              <a:ext uri="{FF2B5EF4-FFF2-40B4-BE49-F238E27FC236}">
                <a16:creationId xmlns:a16="http://schemas.microsoft.com/office/drawing/2014/main" id="{E543CC4C-AA34-C81C-54A2-A6DA74F4DF01}"/>
              </a:ext>
            </a:extLst>
          </p:cNvPr>
          <p:cNvSpPr/>
          <p:nvPr/>
        </p:nvSpPr>
        <p:spPr>
          <a:xfrm>
            <a:off x="5025460" y="2587615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0D7377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REASON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22" name="Shape 23">
            <a:extLst>
              <a:ext uri="{FF2B5EF4-FFF2-40B4-BE49-F238E27FC236}">
                <a16:creationId xmlns:a16="http://schemas.microsoft.com/office/drawing/2014/main" id="{87D58017-4037-F80E-9650-B680DBD242B2}"/>
              </a:ext>
            </a:extLst>
          </p:cNvPr>
          <p:cNvSpPr/>
          <p:nvPr/>
        </p:nvSpPr>
        <p:spPr>
          <a:xfrm>
            <a:off x="4915732" y="2861935"/>
            <a:ext cx="1572768" cy="1417320"/>
          </a:xfrm>
          <a:prstGeom prst="rect">
            <a:avLst/>
          </a:prstGeom>
          <a:solidFill>
            <a:srgbClr val="F4F7FC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23" name="Text 24">
            <a:extLst>
              <a:ext uri="{FF2B5EF4-FFF2-40B4-BE49-F238E27FC236}">
                <a16:creationId xmlns:a16="http://schemas.microsoft.com/office/drawing/2014/main" id="{4F449F00-96EE-ACB7-CCE6-7994BF311485}"/>
              </a:ext>
            </a:extLst>
          </p:cNvPr>
          <p:cNvSpPr/>
          <p:nvPr/>
        </p:nvSpPr>
        <p:spPr>
          <a:xfrm>
            <a:off x="5007172" y="2925943"/>
            <a:ext cx="1417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[What does the LLM reason about? e.g., classify issue, identify intent, select tools]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24" name="Shape 25">
            <a:extLst>
              <a:ext uri="{FF2B5EF4-FFF2-40B4-BE49-F238E27FC236}">
                <a16:creationId xmlns:a16="http://schemas.microsoft.com/office/drawing/2014/main" id="{925DF610-3355-C205-3410-0ADBDC9DB136}"/>
              </a:ext>
            </a:extLst>
          </p:cNvPr>
          <p:cNvSpPr/>
          <p:nvPr/>
        </p:nvSpPr>
        <p:spPr>
          <a:xfrm>
            <a:off x="6488500" y="2240143"/>
            <a:ext cx="146304" cy="54864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25" name="Shape 26">
            <a:extLst>
              <a:ext uri="{FF2B5EF4-FFF2-40B4-BE49-F238E27FC236}">
                <a16:creationId xmlns:a16="http://schemas.microsoft.com/office/drawing/2014/main" id="{6A962A26-C1C5-1027-90F3-25D0E0785FF4}"/>
              </a:ext>
            </a:extLst>
          </p:cNvPr>
          <p:cNvSpPr/>
          <p:nvPr/>
        </p:nvSpPr>
        <p:spPr>
          <a:xfrm>
            <a:off x="7137724" y="2020687"/>
            <a:ext cx="512064" cy="51206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26" name="Text 27">
            <a:extLst>
              <a:ext uri="{FF2B5EF4-FFF2-40B4-BE49-F238E27FC236}">
                <a16:creationId xmlns:a16="http://schemas.microsoft.com/office/drawing/2014/main" id="{7E2C6FA3-1752-78FB-9967-645E5B8574AE}"/>
              </a:ext>
            </a:extLst>
          </p:cNvPr>
          <p:cNvSpPr/>
          <p:nvPr/>
        </p:nvSpPr>
        <p:spPr>
          <a:xfrm>
            <a:off x="7137724" y="202068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4</a:t>
            </a:r>
            <a:endParaRPr lang="en-US" sz="1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27" name="Text 28">
            <a:extLst>
              <a:ext uri="{FF2B5EF4-FFF2-40B4-BE49-F238E27FC236}">
                <a16:creationId xmlns:a16="http://schemas.microsoft.com/office/drawing/2014/main" id="{4BF69B35-EEC5-BE64-C4DB-98C73891AC4C}"/>
              </a:ext>
            </a:extLst>
          </p:cNvPr>
          <p:cNvSpPr/>
          <p:nvPr/>
        </p:nvSpPr>
        <p:spPr>
          <a:xfrm>
            <a:off x="6744532" y="2587615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E8620A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ACT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28" name="Shape 29">
            <a:extLst>
              <a:ext uri="{FF2B5EF4-FFF2-40B4-BE49-F238E27FC236}">
                <a16:creationId xmlns:a16="http://schemas.microsoft.com/office/drawing/2014/main" id="{B45E5123-9152-01DA-D6BC-E1996D8AB8C1}"/>
              </a:ext>
            </a:extLst>
          </p:cNvPr>
          <p:cNvSpPr/>
          <p:nvPr/>
        </p:nvSpPr>
        <p:spPr>
          <a:xfrm>
            <a:off x="6634804" y="2861935"/>
            <a:ext cx="1572768" cy="1417320"/>
          </a:xfrm>
          <a:prstGeom prst="rect">
            <a:avLst/>
          </a:prstGeom>
          <a:solidFill>
            <a:srgbClr val="F4F7FC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29" name="Text 30">
            <a:extLst>
              <a:ext uri="{FF2B5EF4-FFF2-40B4-BE49-F238E27FC236}">
                <a16:creationId xmlns:a16="http://schemas.microsoft.com/office/drawing/2014/main" id="{58668D9C-C397-C34B-EEAD-9D2DABD59FC8}"/>
              </a:ext>
            </a:extLst>
          </p:cNvPr>
          <p:cNvSpPr/>
          <p:nvPr/>
        </p:nvSpPr>
        <p:spPr>
          <a:xfrm>
            <a:off x="6726244" y="2925943"/>
            <a:ext cx="1417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[What tools or actions are called? e.g., query KB, run API, draft reply, update record]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0" name="Shape 31">
            <a:extLst>
              <a:ext uri="{FF2B5EF4-FFF2-40B4-BE49-F238E27FC236}">
                <a16:creationId xmlns:a16="http://schemas.microsoft.com/office/drawing/2014/main" id="{DADB2254-71EB-562D-7D34-7DCF3595FE43}"/>
              </a:ext>
            </a:extLst>
          </p:cNvPr>
          <p:cNvSpPr/>
          <p:nvPr/>
        </p:nvSpPr>
        <p:spPr>
          <a:xfrm>
            <a:off x="8207572" y="2240143"/>
            <a:ext cx="146304" cy="54864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1" name="Shape 32">
            <a:extLst>
              <a:ext uri="{FF2B5EF4-FFF2-40B4-BE49-F238E27FC236}">
                <a16:creationId xmlns:a16="http://schemas.microsoft.com/office/drawing/2014/main" id="{412DEFB3-E34C-F949-71F3-B5541FDAE1ED}"/>
              </a:ext>
            </a:extLst>
          </p:cNvPr>
          <p:cNvSpPr/>
          <p:nvPr/>
        </p:nvSpPr>
        <p:spPr>
          <a:xfrm>
            <a:off x="8856796" y="2020687"/>
            <a:ext cx="512064" cy="512064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2" name="Text 33">
            <a:extLst>
              <a:ext uri="{FF2B5EF4-FFF2-40B4-BE49-F238E27FC236}">
                <a16:creationId xmlns:a16="http://schemas.microsoft.com/office/drawing/2014/main" id="{B0AD1E88-DFC1-A658-8CCE-627411942A6A}"/>
              </a:ext>
            </a:extLst>
          </p:cNvPr>
          <p:cNvSpPr/>
          <p:nvPr/>
        </p:nvSpPr>
        <p:spPr>
          <a:xfrm>
            <a:off x="8856796" y="202068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5</a:t>
            </a:r>
            <a:endParaRPr lang="en-US" sz="1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3" name="Text 34">
            <a:extLst>
              <a:ext uri="{FF2B5EF4-FFF2-40B4-BE49-F238E27FC236}">
                <a16:creationId xmlns:a16="http://schemas.microsoft.com/office/drawing/2014/main" id="{47B87DB2-C3AF-E0AB-A660-BE4812EAB03E}"/>
              </a:ext>
            </a:extLst>
          </p:cNvPr>
          <p:cNvSpPr/>
          <p:nvPr/>
        </p:nvSpPr>
        <p:spPr>
          <a:xfrm>
            <a:off x="8463604" y="2587615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6D2E46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OBSERVE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4" name="Shape 35">
            <a:extLst>
              <a:ext uri="{FF2B5EF4-FFF2-40B4-BE49-F238E27FC236}">
                <a16:creationId xmlns:a16="http://schemas.microsoft.com/office/drawing/2014/main" id="{6A761136-2A56-2147-E513-590B8E9D3743}"/>
              </a:ext>
            </a:extLst>
          </p:cNvPr>
          <p:cNvSpPr/>
          <p:nvPr/>
        </p:nvSpPr>
        <p:spPr>
          <a:xfrm>
            <a:off x="8353876" y="2861935"/>
            <a:ext cx="1572768" cy="1417320"/>
          </a:xfrm>
          <a:prstGeom prst="rect">
            <a:avLst/>
          </a:prstGeom>
          <a:solidFill>
            <a:srgbClr val="F4F7FC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5" name="Text 36">
            <a:extLst>
              <a:ext uri="{FF2B5EF4-FFF2-40B4-BE49-F238E27FC236}">
                <a16:creationId xmlns:a16="http://schemas.microsoft.com/office/drawing/2014/main" id="{A3868067-1C2F-EC86-D820-3B9F19F07DFE}"/>
              </a:ext>
            </a:extLst>
          </p:cNvPr>
          <p:cNvSpPr/>
          <p:nvPr/>
        </p:nvSpPr>
        <p:spPr>
          <a:xfrm>
            <a:off x="8445316" y="2925943"/>
            <a:ext cx="1417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[How does the agent check results? e.g., confidence threshold, output validation, HITL review]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926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07D50-0E21-7866-7365-E2A32AF2C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0DE5007-68E9-57EB-5F2B-0B48861BF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87" y="328138"/>
            <a:ext cx="6379901" cy="591608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Agentic Workflow</a:t>
            </a:r>
            <a:endParaRPr lang="en-IN" dirty="0">
              <a:solidFill>
                <a:srgbClr val="4A4C55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EB9336-1727-98D6-7B09-C3787F3EEE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152" y="6007734"/>
            <a:ext cx="596293" cy="617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28AED9-0C48-4188-A606-9E40331E64B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1960F4-5AAF-1B6B-F3F9-3B8EFED0E6EA}"/>
              </a:ext>
            </a:extLst>
          </p:cNvPr>
          <p:cNvSpPr txBox="1"/>
          <p:nvPr/>
        </p:nvSpPr>
        <p:spPr>
          <a:xfrm>
            <a:off x="376982" y="5590243"/>
            <a:ext cx="9680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Note: Slide titles are indicative and for template only. You may customize the contents as appropriate. Please remove all the template text during the final presentations.  </a:t>
            </a:r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1C2069E1-6E08-9806-D862-1297660BC93D}"/>
              </a:ext>
            </a:extLst>
          </p:cNvPr>
          <p:cNvSpPr/>
          <p:nvPr/>
        </p:nvSpPr>
        <p:spPr>
          <a:xfrm>
            <a:off x="1449692" y="1794836"/>
            <a:ext cx="1965960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F970069D-83E2-32FD-670B-E5E0A2D75843}"/>
              </a:ext>
            </a:extLst>
          </p:cNvPr>
          <p:cNvSpPr/>
          <p:nvPr/>
        </p:nvSpPr>
        <p:spPr>
          <a:xfrm>
            <a:off x="1449692" y="1794836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SENSE</a:t>
            </a:r>
            <a:endParaRPr lang="en-US" sz="10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4" name="Shape 10">
            <a:extLst>
              <a:ext uri="{FF2B5EF4-FFF2-40B4-BE49-F238E27FC236}">
                <a16:creationId xmlns:a16="http://schemas.microsoft.com/office/drawing/2014/main" id="{E601BF77-C720-6354-E783-67E67A811DBA}"/>
              </a:ext>
            </a:extLst>
          </p:cNvPr>
          <p:cNvSpPr/>
          <p:nvPr/>
        </p:nvSpPr>
        <p:spPr>
          <a:xfrm>
            <a:off x="1449692" y="2142308"/>
            <a:ext cx="1965960" cy="1188720"/>
          </a:xfrm>
          <a:prstGeom prst="rect">
            <a:avLst/>
          </a:prstGeom>
          <a:solidFill>
            <a:srgbClr val="F4F7FC"/>
          </a:solidFill>
          <a:ln w="12700">
            <a:solidFill>
              <a:srgbClr val="DDE3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B18F43CC-5283-AD21-28F1-76D0916EC56C}"/>
              </a:ext>
            </a:extLst>
          </p:cNvPr>
          <p:cNvSpPr/>
          <p:nvPr/>
        </p:nvSpPr>
        <p:spPr>
          <a:xfrm>
            <a:off x="1577708" y="2233748"/>
            <a:ext cx="17830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Data inputs, triggers, events, documents, APIs, or user messages that activate the agent.</a:t>
            </a:r>
            <a:endParaRPr lang="en-US" sz="9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6" name="Shape 12">
            <a:extLst>
              <a:ext uri="{FF2B5EF4-FFF2-40B4-BE49-F238E27FC236}">
                <a16:creationId xmlns:a16="http://schemas.microsoft.com/office/drawing/2014/main" id="{81406538-C17C-65C9-24CD-90754C0C00BA}"/>
              </a:ext>
            </a:extLst>
          </p:cNvPr>
          <p:cNvSpPr/>
          <p:nvPr/>
        </p:nvSpPr>
        <p:spPr>
          <a:xfrm>
            <a:off x="3415652" y="1922852"/>
            <a:ext cx="155448" cy="54864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7" name="Shape 13">
            <a:extLst>
              <a:ext uri="{FF2B5EF4-FFF2-40B4-BE49-F238E27FC236}">
                <a16:creationId xmlns:a16="http://schemas.microsoft.com/office/drawing/2014/main" id="{0876A29E-8D97-1BA2-AC67-94B3F311C3AA}"/>
              </a:ext>
            </a:extLst>
          </p:cNvPr>
          <p:cNvSpPr/>
          <p:nvPr/>
        </p:nvSpPr>
        <p:spPr>
          <a:xfrm>
            <a:off x="3571100" y="1794836"/>
            <a:ext cx="1965960" cy="329184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0E4F5098-A20B-EC63-BCC0-87B2F3128F57}"/>
              </a:ext>
            </a:extLst>
          </p:cNvPr>
          <p:cNvSpPr/>
          <p:nvPr/>
        </p:nvSpPr>
        <p:spPr>
          <a:xfrm>
            <a:off x="3571100" y="1794836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REASON &amp; PLAN</a:t>
            </a:r>
            <a:endParaRPr lang="en-US" sz="10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9" name="Shape 15">
            <a:extLst>
              <a:ext uri="{FF2B5EF4-FFF2-40B4-BE49-F238E27FC236}">
                <a16:creationId xmlns:a16="http://schemas.microsoft.com/office/drawing/2014/main" id="{D61FECC6-0337-6B89-5537-59D020B03D87}"/>
              </a:ext>
            </a:extLst>
          </p:cNvPr>
          <p:cNvSpPr/>
          <p:nvPr/>
        </p:nvSpPr>
        <p:spPr>
          <a:xfrm>
            <a:off x="3571100" y="2142308"/>
            <a:ext cx="1965960" cy="1188720"/>
          </a:xfrm>
          <a:prstGeom prst="rect">
            <a:avLst/>
          </a:prstGeom>
          <a:solidFill>
            <a:srgbClr val="F4F7FC"/>
          </a:solidFill>
          <a:ln w="12700">
            <a:solidFill>
              <a:srgbClr val="DDE3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E26C1369-67EC-48D0-416B-2BC09DC26190}"/>
              </a:ext>
            </a:extLst>
          </p:cNvPr>
          <p:cNvSpPr/>
          <p:nvPr/>
        </p:nvSpPr>
        <p:spPr>
          <a:xfrm>
            <a:off x="3699116" y="2233748"/>
            <a:ext cx="17830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LLM-driven reasoning, task decomposition, and decision logic. Which tools to call, in what order.</a:t>
            </a:r>
            <a:endParaRPr lang="en-US" sz="9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1" name="Shape 17">
            <a:extLst>
              <a:ext uri="{FF2B5EF4-FFF2-40B4-BE49-F238E27FC236}">
                <a16:creationId xmlns:a16="http://schemas.microsoft.com/office/drawing/2014/main" id="{5F506587-3C8D-A433-DBE4-1B3113AA62B1}"/>
              </a:ext>
            </a:extLst>
          </p:cNvPr>
          <p:cNvSpPr/>
          <p:nvPr/>
        </p:nvSpPr>
        <p:spPr>
          <a:xfrm>
            <a:off x="5537060" y="1922852"/>
            <a:ext cx="155448" cy="54864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2" name="Shape 18">
            <a:extLst>
              <a:ext uri="{FF2B5EF4-FFF2-40B4-BE49-F238E27FC236}">
                <a16:creationId xmlns:a16="http://schemas.microsoft.com/office/drawing/2014/main" id="{064949B2-6292-91A4-DCFB-5C88CCCF669C}"/>
              </a:ext>
            </a:extLst>
          </p:cNvPr>
          <p:cNvSpPr/>
          <p:nvPr/>
        </p:nvSpPr>
        <p:spPr>
          <a:xfrm>
            <a:off x="5692508" y="1794836"/>
            <a:ext cx="1965960" cy="3291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8F8BA362-6979-45FD-39C7-77184E02A75D}"/>
              </a:ext>
            </a:extLst>
          </p:cNvPr>
          <p:cNvSpPr/>
          <p:nvPr/>
        </p:nvSpPr>
        <p:spPr>
          <a:xfrm>
            <a:off x="5692508" y="1794836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ACT</a:t>
            </a:r>
            <a:endParaRPr lang="en-US" sz="10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4" name="Shape 20">
            <a:extLst>
              <a:ext uri="{FF2B5EF4-FFF2-40B4-BE49-F238E27FC236}">
                <a16:creationId xmlns:a16="http://schemas.microsoft.com/office/drawing/2014/main" id="{D24843B2-32E0-25EC-EE70-AA7C1B73FE09}"/>
              </a:ext>
            </a:extLst>
          </p:cNvPr>
          <p:cNvSpPr/>
          <p:nvPr/>
        </p:nvSpPr>
        <p:spPr>
          <a:xfrm>
            <a:off x="5692508" y="2142308"/>
            <a:ext cx="1965960" cy="1188720"/>
          </a:xfrm>
          <a:prstGeom prst="rect">
            <a:avLst/>
          </a:prstGeom>
          <a:solidFill>
            <a:srgbClr val="F4F7FC"/>
          </a:solidFill>
          <a:ln w="12700">
            <a:solidFill>
              <a:srgbClr val="DDE3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483C0CB5-64D5-189F-EE6E-86155CA49CB8}"/>
              </a:ext>
            </a:extLst>
          </p:cNvPr>
          <p:cNvSpPr/>
          <p:nvPr/>
        </p:nvSpPr>
        <p:spPr>
          <a:xfrm>
            <a:off x="5820524" y="2233748"/>
            <a:ext cx="17830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Tool calls, API integrations, database lookups, form submissions, or message drafts executed by the agent.</a:t>
            </a:r>
            <a:endParaRPr lang="en-US" sz="9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6" name="Shape 22">
            <a:extLst>
              <a:ext uri="{FF2B5EF4-FFF2-40B4-BE49-F238E27FC236}">
                <a16:creationId xmlns:a16="http://schemas.microsoft.com/office/drawing/2014/main" id="{67C60717-7B29-527D-392B-726C6D667DD3}"/>
              </a:ext>
            </a:extLst>
          </p:cNvPr>
          <p:cNvSpPr/>
          <p:nvPr/>
        </p:nvSpPr>
        <p:spPr>
          <a:xfrm>
            <a:off x="7658468" y="1922852"/>
            <a:ext cx="155448" cy="54864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7" name="Shape 23">
            <a:extLst>
              <a:ext uri="{FF2B5EF4-FFF2-40B4-BE49-F238E27FC236}">
                <a16:creationId xmlns:a16="http://schemas.microsoft.com/office/drawing/2014/main" id="{7B3B7891-5B77-4529-2799-A2CFD9BF9DEE}"/>
              </a:ext>
            </a:extLst>
          </p:cNvPr>
          <p:cNvSpPr/>
          <p:nvPr/>
        </p:nvSpPr>
        <p:spPr>
          <a:xfrm>
            <a:off x="7813916" y="1794836"/>
            <a:ext cx="1965960" cy="329184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8" name="Text 24">
            <a:extLst>
              <a:ext uri="{FF2B5EF4-FFF2-40B4-BE49-F238E27FC236}">
                <a16:creationId xmlns:a16="http://schemas.microsoft.com/office/drawing/2014/main" id="{366B5549-9FDC-F80F-4D82-BAF9F2B0EA62}"/>
              </a:ext>
            </a:extLst>
          </p:cNvPr>
          <p:cNvSpPr/>
          <p:nvPr/>
        </p:nvSpPr>
        <p:spPr>
          <a:xfrm>
            <a:off x="7813916" y="1794836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OBSERVE &amp; REFLECT</a:t>
            </a:r>
            <a:endParaRPr lang="en-US" sz="10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9" name="Shape 25">
            <a:extLst>
              <a:ext uri="{FF2B5EF4-FFF2-40B4-BE49-F238E27FC236}">
                <a16:creationId xmlns:a16="http://schemas.microsoft.com/office/drawing/2014/main" id="{509EDB2E-64C1-9153-AC42-97371638684B}"/>
              </a:ext>
            </a:extLst>
          </p:cNvPr>
          <p:cNvSpPr/>
          <p:nvPr/>
        </p:nvSpPr>
        <p:spPr>
          <a:xfrm>
            <a:off x="7813916" y="2142308"/>
            <a:ext cx="1965960" cy="1188720"/>
          </a:xfrm>
          <a:prstGeom prst="rect">
            <a:avLst/>
          </a:prstGeom>
          <a:solidFill>
            <a:srgbClr val="F4F7FC"/>
          </a:solidFill>
          <a:ln w="12700">
            <a:solidFill>
              <a:srgbClr val="DDE3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50" name="Text 26">
            <a:extLst>
              <a:ext uri="{FF2B5EF4-FFF2-40B4-BE49-F238E27FC236}">
                <a16:creationId xmlns:a16="http://schemas.microsoft.com/office/drawing/2014/main" id="{D9AC2C30-B8F8-65E8-89E2-3CBA4F58BCCC}"/>
              </a:ext>
            </a:extLst>
          </p:cNvPr>
          <p:cNvSpPr/>
          <p:nvPr/>
        </p:nvSpPr>
        <p:spPr>
          <a:xfrm>
            <a:off x="7941932" y="2233748"/>
            <a:ext cx="17830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Agent reviews output, self-evaluates, loops back if needed, or escalates to a human approver.</a:t>
            </a:r>
            <a:endParaRPr lang="en-US" sz="9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51" name="Text 31">
            <a:extLst>
              <a:ext uri="{FF2B5EF4-FFF2-40B4-BE49-F238E27FC236}">
                <a16:creationId xmlns:a16="http://schemas.microsoft.com/office/drawing/2014/main" id="{152D6B40-C7C1-143B-2868-64682B7A3B3B}"/>
              </a:ext>
            </a:extLst>
          </p:cNvPr>
          <p:cNvSpPr/>
          <p:nvPr/>
        </p:nvSpPr>
        <p:spPr>
          <a:xfrm>
            <a:off x="1294244" y="4255219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E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Agentic Techniques Used:</a:t>
            </a:r>
            <a:endParaRPr lang="en-US" sz="9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52" name="Shape 32">
            <a:extLst>
              <a:ext uri="{FF2B5EF4-FFF2-40B4-BE49-F238E27FC236}">
                <a16:creationId xmlns:a16="http://schemas.microsoft.com/office/drawing/2014/main" id="{37EFEADA-974F-88EC-F64A-1610D97FBEFB}"/>
              </a:ext>
            </a:extLst>
          </p:cNvPr>
          <p:cNvSpPr/>
          <p:nvPr/>
        </p:nvSpPr>
        <p:spPr>
          <a:xfrm>
            <a:off x="3214484" y="4236931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D6E4FF"/>
          </a:solidFill>
          <a:ln w="12700">
            <a:solidFill>
              <a:srgbClr val="A0B8E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53" name="Text 33">
            <a:extLst>
              <a:ext uri="{FF2B5EF4-FFF2-40B4-BE49-F238E27FC236}">
                <a16:creationId xmlns:a16="http://schemas.microsoft.com/office/drawing/2014/main" id="{E52C8360-535E-CF00-1BB1-7E4782B934BF}"/>
              </a:ext>
            </a:extLst>
          </p:cNvPr>
          <p:cNvSpPr/>
          <p:nvPr/>
        </p:nvSpPr>
        <p:spPr>
          <a:xfrm>
            <a:off x="3214484" y="4236931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2B5E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LLM Agent</a:t>
            </a:r>
            <a:endParaRPr lang="en-US" sz="7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54" name="Shape 34">
            <a:extLst>
              <a:ext uri="{FF2B5EF4-FFF2-40B4-BE49-F238E27FC236}">
                <a16:creationId xmlns:a16="http://schemas.microsoft.com/office/drawing/2014/main" id="{14163F52-3545-F108-9028-2B0A2CE4B522}"/>
              </a:ext>
            </a:extLst>
          </p:cNvPr>
          <p:cNvSpPr/>
          <p:nvPr/>
        </p:nvSpPr>
        <p:spPr>
          <a:xfrm>
            <a:off x="4064876" y="4236931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D6E4FF"/>
          </a:solidFill>
          <a:ln w="12700">
            <a:solidFill>
              <a:srgbClr val="A0B8E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55" name="Text 35">
            <a:extLst>
              <a:ext uri="{FF2B5EF4-FFF2-40B4-BE49-F238E27FC236}">
                <a16:creationId xmlns:a16="http://schemas.microsoft.com/office/drawing/2014/main" id="{BC1D177B-25CA-60FB-82CE-583D890F5F83}"/>
              </a:ext>
            </a:extLst>
          </p:cNvPr>
          <p:cNvSpPr/>
          <p:nvPr/>
        </p:nvSpPr>
        <p:spPr>
          <a:xfrm>
            <a:off x="4064876" y="4236931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2B5E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Tool Calling</a:t>
            </a:r>
            <a:endParaRPr lang="en-US" sz="7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56" name="Shape 36">
            <a:extLst>
              <a:ext uri="{FF2B5EF4-FFF2-40B4-BE49-F238E27FC236}">
                <a16:creationId xmlns:a16="http://schemas.microsoft.com/office/drawing/2014/main" id="{3C590E4D-3BF1-1676-AA91-DFBED67396AB}"/>
              </a:ext>
            </a:extLst>
          </p:cNvPr>
          <p:cNvSpPr/>
          <p:nvPr/>
        </p:nvSpPr>
        <p:spPr>
          <a:xfrm>
            <a:off x="4915268" y="4236931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D6E4FF"/>
          </a:solidFill>
          <a:ln w="12700">
            <a:solidFill>
              <a:srgbClr val="A0B8E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57" name="Text 37">
            <a:extLst>
              <a:ext uri="{FF2B5EF4-FFF2-40B4-BE49-F238E27FC236}">
                <a16:creationId xmlns:a16="http://schemas.microsoft.com/office/drawing/2014/main" id="{D88EE7A0-F893-4C86-BF04-C73150C6A715}"/>
              </a:ext>
            </a:extLst>
          </p:cNvPr>
          <p:cNvSpPr/>
          <p:nvPr/>
        </p:nvSpPr>
        <p:spPr>
          <a:xfrm>
            <a:off x="4915268" y="4236931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2B5E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RAG</a:t>
            </a:r>
            <a:endParaRPr lang="en-US" sz="7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58" name="Shape 38">
            <a:extLst>
              <a:ext uri="{FF2B5EF4-FFF2-40B4-BE49-F238E27FC236}">
                <a16:creationId xmlns:a16="http://schemas.microsoft.com/office/drawing/2014/main" id="{A04D0898-1182-19E5-7BCD-A9C8B5E1F09B}"/>
              </a:ext>
            </a:extLst>
          </p:cNvPr>
          <p:cNvSpPr/>
          <p:nvPr/>
        </p:nvSpPr>
        <p:spPr>
          <a:xfrm>
            <a:off x="5765660" y="4236931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D6E4FF"/>
          </a:solidFill>
          <a:ln w="12700">
            <a:solidFill>
              <a:srgbClr val="A0B8E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59" name="Text 39">
            <a:extLst>
              <a:ext uri="{FF2B5EF4-FFF2-40B4-BE49-F238E27FC236}">
                <a16:creationId xmlns:a16="http://schemas.microsoft.com/office/drawing/2014/main" id="{9573346F-829A-081C-8B99-C29D5B29FC96}"/>
              </a:ext>
            </a:extLst>
          </p:cNvPr>
          <p:cNvSpPr/>
          <p:nvPr/>
        </p:nvSpPr>
        <p:spPr>
          <a:xfrm>
            <a:off x="5765660" y="4236931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2B5E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Multi-Agent</a:t>
            </a:r>
            <a:endParaRPr lang="en-US" sz="7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60" name="Shape 40">
            <a:extLst>
              <a:ext uri="{FF2B5EF4-FFF2-40B4-BE49-F238E27FC236}">
                <a16:creationId xmlns:a16="http://schemas.microsoft.com/office/drawing/2014/main" id="{A3901B97-8C8F-52E6-8DA6-55A4AF4E0556}"/>
              </a:ext>
            </a:extLst>
          </p:cNvPr>
          <p:cNvSpPr/>
          <p:nvPr/>
        </p:nvSpPr>
        <p:spPr>
          <a:xfrm>
            <a:off x="6616052" y="4236931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D6E4FF"/>
          </a:solidFill>
          <a:ln w="12700">
            <a:solidFill>
              <a:srgbClr val="A0B8E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61" name="Text 41">
            <a:extLst>
              <a:ext uri="{FF2B5EF4-FFF2-40B4-BE49-F238E27FC236}">
                <a16:creationId xmlns:a16="http://schemas.microsoft.com/office/drawing/2014/main" id="{497E422C-ADC8-367A-FA66-22920465805A}"/>
              </a:ext>
            </a:extLst>
          </p:cNvPr>
          <p:cNvSpPr/>
          <p:nvPr/>
        </p:nvSpPr>
        <p:spPr>
          <a:xfrm>
            <a:off x="6616052" y="4236931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2B5E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Planning</a:t>
            </a:r>
            <a:endParaRPr lang="en-US" sz="7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62" name="Shape 42">
            <a:extLst>
              <a:ext uri="{FF2B5EF4-FFF2-40B4-BE49-F238E27FC236}">
                <a16:creationId xmlns:a16="http://schemas.microsoft.com/office/drawing/2014/main" id="{43048BB1-DAA4-C662-48D4-D9DF6D7E7AA1}"/>
              </a:ext>
            </a:extLst>
          </p:cNvPr>
          <p:cNvSpPr/>
          <p:nvPr/>
        </p:nvSpPr>
        <p:spPr>
          <a:xfrm>
            <a:off x="7466444" y="4236931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D6E4FF"/>
          </a:solidFill>
          <a:ln w="12700">
            <a:solidFill>
              <a:srgbClr val="A0B8E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63" name="Text 43">
            <a:extLst>
              <a:ext uri="{FF2B5EF4-FFF2-40B4-BE49-F238E27FC236}">
                <a16:creationId xmlns:a16="http://schemas.microsoft.com/office/drawing/2014/main" id="{454A68E9-0077-3C01-45FD-74CE03FF84A8}"/>
              </a:ext>
            </a:extLst>
          </p:cNvPr>
          <p:cNvSpPr/>
          <p:nvPr/>
        </p:nvSpPr>
        <p:spPr>
          <a:xfrm>
            <a:off x="7466444" y="4236931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2B5E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Memory</a:t>
            </a:r>
            <a:endParaRPr lang="en-US" sz="7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64" name="Shape 44">
            <a:extLst>
              <a:ext uri="{FF2B5EF4-FFF2-40B4-BE49-F238E27FC236}">
                <a16:creationId xmlns:a16="http://schemas.microsoft.com/office/drawing/2014/main" id="{718FD7C5-E4F1-6468-3B02-479C1E211BF7}"/>
              </a:ext>
            </a:extLst>
          </p:cNvPr>
          <p:cNvSpPr/>
          <p:nvPr/>
        </p:nvSpPr>
        <p:spPr>
          <a:xfrm>
            <a:off x="8316836" y="4236931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D6E4FF"/>
          </a:solidFill>
          <a:ln w="12700">
            <a:solidFill>
              <a:srgbClr val="A0B8E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65" name="Text 45">
            <a:extLst>
              <a:ext uri="{FF2B5EF4-FFF2-40B4-BE49-F238E27FC236}">
                <a16:creationId xmlns:a16="http://schemas.microsoft.com/office/drawing/2014/main" id="{04470D17-2D85-0610-673A-4B2AA398120B}"/>
              </a:ext>
            </a:extLst>
          </p:cNvPr>
          <p:cNvSpPr/>
          <p:nvPr/>
        </p:nvSpPr>
        <p:spPr>
          <a:xfrm>
            <a:off x="8316836" y="4236931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2B5E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HITL</a:t>
            </a:r>
            <a:endParaRPr lang="en-US" sz="7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66" name="Shape 46">
            <a:extLst>
              <a:ext uri="{FF2B5EF4-FFF2-40B4-BE49-F238E27FC236}">
                <a16:creationId xmlns:a16="http://schemas.microsoft.com/office/drawing/2014/main" id="{CA867CC6-C1DD-C3F8-EB28-38C02364D0DE}"/>
              </a:ext>
            </a:extLst>
          </p:cNvPr>
          <p:cNvSpPr/>
          <p:nvPr/>
        </p:nvSpPr>
        <p:spPr>
          <a:xfrm>
            <a:off x="9167228" y="4236931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D6E4FF"/>
          </a:solidFill>
          <a:ln w="12700">
            <a:solidFill>
              <a:srgbClr val="A0B8E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67" name="Text 47">
            <a:extLst>
              <a:ext uri="{FF2B5EF4-FFF2-40B4-BE49-F238E27FC236}">
                <a16:creationId xmlns:a16="http://schemas.microsoft.com/office/drawing/2014/main" id="{B53C9386-5EB5-3671-D617-304E9F37D69E}"/>
              </a:ext>
            </a:extLst>
          </p:cNvPr>
          <p:cNvSpPr/>
          <p:nvPr/>
        </p:nvSpPr>
        <p:spPr>
          <a:xfrm>
            <a:off x="9167228" y="4236931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2B5E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RL</a:t>
            </a:r>
            <a:endParaRPr lang="en-US" sz="7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07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3C778-F766-E4C1-BE01-90F190AFC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C264DE2-6CCC-7160-77B4-6DF3B9298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28138"/>
            <a:ext cx="6379901" cy="591608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Implementation and Demo</a:t>
            </a:r>
            <a:endParaRPr lang="en-IN" dirty="0">
              <a:solidFill>
                <a:srgbClr val="4A4C55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235632-1F5F-6136-69D3-287FCA0655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152" y="6007734"/>
            <a:ext cx="596293" cy="617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28AED9-0C48-4188-A606-9E40331E64B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E9DAF2-F130-8623-F79E-A627FD114958}"/>
              </a:ext>
            </a:extLst>
          </p:cNvPr>
          <p:cNvSpPr txBox="1"/>
          <p:nvPr/>
        </p:nvSpPr>
        <p:spPr>
          <a:xfrm>
            <a:off x="402336" y="5643120"/>
            <a:ext cx="9680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Note: Slide titles are indicative and for template only. You may customize the contents as appropriate. Please remove all the template text during the final presentations.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3A0CA0-0C57-1B5B-B820-C54B63446401}"/>
              </a:ext>
            </a:extLst>
          </p:cNvPr>
          <p:cNvSpPr txBox="1"/>
          <p:nvPr/>
        </p:nvSpPr>
        <p:spPr>
          <a:xfrm>
            <a:off x="537417" y="1010498"/>
            <a:ext cx="10094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61950" algn="l"/>
              </a:tabLst>
            </a:pPr>
            <a:r>
              <a:rPr lang="en-IN" sz="18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Screenshots</a:t>
            </a:r>
            <a:r>
              <a:rPr lang="en-IN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, Demo </a:t>
            </a:r>
            <a:endParaRPr lang="en-IN" sz="1800" dirty="0">
              <a:solidFill>
                <a:srgbClr val="4A4C55"/>
              </a:solidFill>
              <a:latin typeface="Roboto Slab" pitchFamily="2" charset="0"/>
              <a:ea typeface="Roboto Slab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9765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90FF8-A644-BDDA-502F-0223EF769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D48C899-20CF-9FBA-1DF9-D6C9E0823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761" y="328138"/>
            <a:ext cx="6379901" cy="591608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Testing and Validation</a:t>
            </a:r>
            <a:endParaRPr lang="en-IN" dirty="0">
              <a:solidFill>
                <a:srgbClr val="4A4C55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57D8DE-C68A-0739-B959-3A46656A0A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152" y="6007734"/>
            <a:ext cx="596293" cy="617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28AED9-0C48-4188-A606-9E40331E64BB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64E853-4708-E671-A0F7-EC99D331236B}"/>
              </a:ext>
            </a:extLst>
          </p:cNvPr>
          <p:cNvSpPr txBox="1"/>
          <p:nvPr/>
        </p:nvSpPr>
        <p:spPr>
          <a:xfrm>
            <a:off x="326761" y="5589328"/>
            <a:ext cx="9680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Note: Slide titles are indicative and for template only. You may customize the contents as appropriate. Please remove all the template text during the final presentations.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87C854-2F56-26CC-71A7-8A887D6AA875}"/>
              </a:ext>
            </a:extLst>
          </p:cNvPr>
          <p:cNvSpPr txBox="1"/>
          <p:nvPr/>
        </p:nvSpPr>
        <p:spPr>
          <a:xfrm>
            <a:off x="412727" y="937248"/>
            <a:ext cx="10094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61950" algn="l"/>
              </a:tabLst>
            </a:pPr>
            <a:r>
              <a:rPr lang="en-IN" sz="18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Use cases, Metrics </a:t>
            </a:r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E7C134CE-9944-1F20-25A0-16123850FEEC}"/>
              </a:ext>
            </a:extLst>
          </p:cNvPr>
          <p:cNvSpPr/>
          <p:nvPr/>
        </p:nvSpPr>
        <p:spPr>
          <a:xfrm>
            <a:off x="1517442" y="1604045"/>
            <a:ext cx="2377440" cy="3200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" name="Text 9">
            <a:extLst>
              <a:ext uri="{FF2B5EF4-FFF2-40B4-BE49-F238E27FC236}">
                <a16:creationId xmlns:a16="http://schemas.microsoft.com/office/drawing/2014/main" id="{B7B21B6B-3D7D-1EA5-7AD2-42A2D7C5CE36}"/>
              </a:ext>
            </a:extLst>
          </p:cNvPr>
          <p:cNvSpPr/>
          <p:nvPr/>
        </p:nvSpPr>
        <p:spPr>
          <a:xfrm>
            <a:off x="1517442" y="1604045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Metric</a:t>
            </a:r>
            <a:endParaRPr lang="en-US" sz="9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" name="Shape 10">
            <a:extLst>
              <a:ext uri="{FF2B5EF4-FFF2-40B4-BE49-F238E27FC236}">
                <a16:creationId xmlns:a16="http://schemas.microsoft.com/office/drawing/2014/main" id="{2EF4EF7D-083D-4F4F-16A8-22D1876C8813}"/>
              </a:ext>
            </a:extLst>
          </p:cNvPr>
          <p:cNvSpPr/>
          <p:nvPr/>
        </p:nvSpPr>
        <p:spPr>
          <a:xfrm>
            <a:off x="3894882" y="1604045"/>
            <a:ext cx="1874520" cy="32004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00909A3A-1749-C92E-39BB-135958A37B45}"/>
              </a:ext>
            </a:extLst>
          </p:cNvPr>
          <p:cNvSpPr/>
          <p:nvPr/>
        </p:nvSpPr>
        <p:spPr>
          <a:xfrm>
            <a:off x="3894882" y="1604045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Current (Manual)</a:t>
            </a:r>
            <a:endParaRPr lang="en-US" sz="9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C2686C0B-A8BA-BE9F-4913-82D15EEF5535}"/>
              </a:ext>
            </a:extLst>
          </p:cNvPr>
          <p:cNvSpPr/>
          <p:nvPr/>
        </p:nvSpPr>
        <p:spPr>
          <a:xfrm>
            <a:off x="5769402" y="1604045"/>
            <a:ext cx="187452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284D2A57-F47A-C872-CC87-FB3F3D637541}"/>
              </a:ext>
            </a:extLst>
          </p:cNvPr>
          <p:cNvSpPr/>
          <p:nvPr/>
        </p:nvSpPr>
        <p:spPr>
          <a:xfrm>
            <a:off x="5769402" y="1604045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With Agentic AI</a:t>
            </a:r>
            <a:endParaRPr lang="en-US" sz="9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482D31B0-164A-91C3-B05E-EF41DA9E6276}"/>
              </a:ext>
            </a:extLst>
          </p:cNvPr>
          <p:cNvSpPr/>
          <p:nvPr/>
        </p:nvSpPr>
        <p:spPr>
          <a:xfrm>
            <a:off x="7643922" y="1604045"/>
            <a:ext cx="1874520" cy="3200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77C6AD52-F145-111A-620F-ECDD9DEA9DBD}"/>
              </a:ext>
            </a:extLst>
          </p:cNvPr>
          <p:cNvSpPr/>
          <p:nvPr/>
        </p:nvSpPr>
        <p:spPr>
          <a:xfrm>
            <a:off x="7643922" y="1604045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Improvement</a:t>
            </a:r>
            <a:endParaRPr lang="en-US" sz="9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4" name="Shape 16">
            <a:extLst>
              <a:ext uri="{FF2B5EF4-FFF2-40B4-BE49-F238E27FC236}">
                <a16:creationId xmlns:a16="http://schemas.microsoft.com/office/drawing/2014/main" id="{C24A5F5E-BFAB-F47C-EC88-AABAA37B7C04}"/>
              </a:ext>
            </a:extLst>
          </p:cNvPr>
          <p:cNvSpPr/>
          <p:nvPr/>
        </p:nvSpPr>
        <p:spPr>
          <a:xfrm>
            <a:off x="1517442" y="1924085"/>
            <a:ext cx="2377440" cy="438912"/>
          </a:xfrm>
          <a:prstGeom prst="rect">
            <a:avLst/>
          </a:prstGeom>
          <a:solidFill>
            <a:srgbClr val="F4F7FC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5" name="Text 17">
            <a:extLst>
              <a:ext uri="{FF2B5EF4-FFF2-40B4-BE49-F238E27FC236}">
                <a16:creationId xmlns:a16="http://schemas.microsoft.com/office/drawing/2014/main" id="{CEC873FF-FB3E-09E7-320D-9272BA10712C}"/>
              </a:ext>
            </a:extLst>
          </p:cNvPr>
          <p:cNvSpPr/>
          <p:nvPr/>
        </p:nvSpPr>
        <p:spPr>
          <a:xfrm>
            <a:off x="1608882" y="1924085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B5E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Processing Time per Case</a:t>
            </a:r>
            <a:endParaRPr lang="en-US" sz="9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6" name="Shape 18">
            <a:extLst>
              <a:ext uri="{FF2B5EF4-FFF2-40B4-BE49-F238E27FC236}">
                <a16:creationId xmlns:a16="http://schemas.microsoft.com/office/drawing/2014/main" id="{165B1447-C40F-CEBE-1126-00D2B97EAEA5}"/>
              </a:ext>
            </a:extLst>
          </p:cNvPr>
          <p:cNvSpPr/>
          <p:nvPr/>
        </p:nvSpPr>
        <p:spPr>
          <a:xfrm>
            <a:off x="3894882" y="1924085"/>
            <a:ext cx="1874520" cy="438912"/>
          </a:xfrm>
          <a:prstGeom prst="rect">
            <a:avLst/>
          </a:prstGeom>
          <a:solidFill>
            <a:srgbClr val="F4F7FC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7" name="Text 19">
            <a:extLst>
              <a:ext uri="{FF2B5EF4-FFF2-40B4-BE49-F238E27FC236}">
                <a16:creationId xmlns:a16="http://schemas.microsoft.com/office/drawing/2014/main" id="{A0C30B3A-7A9E-5A51-97FF-9C31DC5D92F9}"/>
              </a:ext>
            </a:extLst>
          </p:cNvPr>
          <p:cNvSpPr/>
          <p:nvPr/>
        </p:nvSpPr>
        <p:spPr>
          <a:xfrm>
            <a:off x="3986322" y="1924085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37415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[e.g., 3–4 hrs]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8" name="Shape 20">
            <a:extLst>
              <a:ext uri="{FF2B5EF4-FFF2-40B4-BE49-F238E27FC236}">
                <a16:creationId xmlns:a16="http://schemas.microsoft.com/office/drawing/2014/main" id="{023D9556-7047-0103-BE62-8172EFD1135C}"/>
              </a:ext>
            </a:extLst>
          </p:cNvPr>
          <p:cNvSpPr/>
          <p:nvPr/>
        </p:nvSpPr>
        <p:spPr>
          <a:xfrm>
            <a:off x="5769402" y="1924085"/>
            <a:ext cx="1874520" cy="438912"/>
          </a:xfrm>
          <a:prstGeom prst="rect">
            <a:avLst/>
          </a:prstGeom>
          <a:solidFill>
            <a:srgbClr val="F4F7FC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9" name="Text 21">
            <a:extLst>
              <a:ext uri="{FF2B5EF4-FFF2-40B4-BE49-F238E27FC236}">
                <a16:creationId xmlns:a16="http://schemas.microsoft.com/office/drawing/2014/main" id="{F247F57F-6A6A-1109-6EF3-9A9A8168E964}"/>
              </a:ext>
            </a:extLst>
          </p:cNvPr>
          <p:cNvSpPr/>
          <p:nvPr/>
        </p:nvSpPr>
        <p:spPr>
          <a:xfrm>
            <a:off x="5860842" y="1924085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37415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[e.g., 12–15 min]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20" name="Shape 22">
            <a:extLst>
              <a:ext uri="{FF2B5EF4-FFF2-40B4-BE49-F238E27FC236}">
                <a16:creationId xmlns:a16="http://schemas.microsoft.com/office/drawing/2014/main" id="{6EEAA957-9492-D360-C118-1EDADB7A4566}"/>
              </a:ext>
            </a:extLst>
          </p:cNvPr>
          <p:cNvSpPr/>
          <p:nvPr/>
        </p:nvSpPr>
        <p:spPr>
          <a:xfrm>
            <a:off x="7643922" y="1924085"/>
            <a:ext cx="1874520" cy="438912"/>
          </a:xfrm>
          <a:prstGeom prst="rect">
            <a:avLst/>
          </a:prstGeom>
          <a:solidFill>
            <a:srgbClr val="F4F7FC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21" name="Text 23">
            <a:extLst>
              <a:ext uri="{FF2B5EF4-FFF2-40B4-BE49-F238E27FC236}">
                <a16:creationId xmlns:a16="http://schemas.microsoft.com/office/drawing/2014/main" id="{263ED974-2925-BCB1-7DC1-5DE8786B5689}"/>
              </a:ext>
            </a:extLst>
          </p:cNvPr>
          <p:cNvSpPr/>
          <p:nvPr/>
        </p:nvSpPr>
        <p:spPr>
          <a:xfrm>
            <a:off x="7735362" y="1924085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37415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[e.g., ~80% reduction]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22" name="Shape 24">
            <a:extLst>
              <a:ext uri="{FF2B5EF4-FFF2-40B4-BE49-F238E27FC236}">
                <a16:creationId xmlns:a16="http://schemas.microsoft.com/office/drawing/2014/main" id="{607DFD03-00CD-F45E-8EFD-AE9E1D7973AF}"/>
              </a:ext>
            </a:extLst>
          </p:cNvPr>
          <p:cNvSpPr/>
          <p:nvPr/>
        </p:nvSpPr>
        <p:spPr>
          <a:xfrm>
            <a:off x="1517442" y="2399573"/>
            <a:ext cx="2377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23" name="Text 25">
            <a:extLst>
              <a:ext uri="{FF2B5EF4-FFF2-40B4-BE49-F238E27FC236}">
                <a16:creationId xmlns:a16="http://schemas.microsoft.com/office/drawing/2014/main" id="{F2BD0D03-1251-D156-411A-24E6E3CA817B}"/>
              </a:ext>
            </a:extLst>
          </p:cNvPr>
          <p:cNvSpPr/>
          <p:nvPr/>
        </p:nvSpPr>
        <p:spPr>
          <a:xfrm>
            <a:off x="1608882" y="2399573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B5E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Manual Effort (FTE hours)</a:t>
            </a:r>
            <a:endParaRPr lang="en-US" sz="9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24" name="Shape 26">
            <a:extLst>
              <a:ext uri="{FF2B5EF4-FFF2-40B4-BE49-F238E27FC236}">
                <a16:creationId xmlns:a16="http://schemas.microsoft.com/office/drawing/2014/main" id="{83C58549-FFDA-F329-54C6-3E45EC504575}"/>
              </a:ext>
            </a:extLst>
          </p:cNvPr>
          <p:cNvSpPr/>
          <p:nvPr/>
        </p:nvSpPr>
        <p:spPr>
          <a:xfrm>
            <a:off x="3894882" y="2399573"/>
            <a:ext cx="1874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25" name="Text 27">
            <a:extLst>
              <a:ext uri="{FF2B5EF4-FFF2-40B4-BE49-F238E27FC236}">
                <a16:creationId xmlns:a16="http://schemas.microsoft.com/office/drawing/2014/main" id="{DC59EA0C-E100-AAA5-51E3-1347D4F613EF}"/>
              </a:ext>
            </a:extLst>
          </p:cNvPr>
          <p:cNvSpPr/>
          <p:nvPr/>
        </p:nvSpPr>
        <p:spPr>
          <a:xfrm>
            <a:off x="3986322" y="2399573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37415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[e.g., 120 hrs/mo]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26" name="Shape 28">
            <a:extLst>
              <a:ext uri="{FF2B5EF4-FFF2-40B4-BE49-F238E27FC236}">
                <a16:creationId xmlns:a16="http://schemas.microsoft.com/office/drawing/2014/main" id="{80193F9F-979E-4AF2-2C62-BEE85BD101CD}"/>
              </a:ext>
            </a:extLst>
          </p:cNvPr>
          <p:cNvSpPr/>
          <p:nvPr/>
        </p:nvSpPr>
        <p:spPr>
          <a:xfrm>
            <a:off x="5769402" y="2399573"/>
            <a:ext cx="1874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27" name="Text 29">
            <a:extLst>
              <a:ext uri="{FF2B5EF4-FFF2-40B4-BE49-F238E27FC236}">
                <a16:creationId xmlns:a16="http://schemas.microsoft.com/office/drawing/2014/main" id="{043F4594-7784-EBB2-2A5F-F7C6214D3364}"/>
              </a:ext>
            </a:extLst>
          </p:cNvPr>
          <p:cNvSpPr/>
          <p:nvPr/>
        </p:nvSpPr>
        <p:spPr>
          <a:xfrm>
            <a:off x="5860842" y="2399573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37415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[e.g., 25 hrs/mo]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28" name="Shape 30">
            <a:extLst>
              <a:ext uri="{FF2B5EF4-FFF2-40B4-BE49-F238E27FC236}">
                <a16:creationId xmlns:a16="http://schemas.microsoft.com/office/drawing/2014/main" id="{B3029FB0-A127-64FF-801C-2EB99C203AFF}"/>
              </a:ext>
            </a:extLst>
          </p:cNvPr>
          <p:cNvSpPr/>
          <p:nvPr/>
        </p:nvSpPr>
        <p:spPr>
          <a:xfrm>
            <a:off x="7643922" y="2399573"/>
            <a:ext cx="1874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29" name="Text 31">
            <a:extLst>
              <a:ext uri="{FF2B5EF4-FFF2-40B4-BE49-F238E27FC236}">
                <a16:creationId xmlns:a16="http://schemas.microsoft.com/office/drawing/2014/main" id="{8BB9F56A-8B32-D43B-42A3-68AE078CF8E0}"/>
              </a:ext>
            </a:extLst>
          </p:cNvPr>
          <p:cNvSpPr/>
          <p:nvPr/>
        </p:nvSpPr>
        <p:spPr>
          <a:xfrm>
            <a:off x="7735362" y="2399573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37415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[e.g., 79% saved]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0" name="Shape 32">
            <a:extLst>
              <a:ext uri="{FF2B5EF4-FFF2-40B4-BE49-F238E27FC236}">
                <a16:creationId xmlns:a16="http://schemas.microsoft.com/office/drawing/2014/main" id="{919EFD51-E81C-56B2-0720-7E3B98D802EE}"/>
              </a:ext>
            </a:extLst>
          </p:cNvPr>
          <p:cNvSpPr/>
          <p:nvPr/>
        </p:nvSpPr>
        <p:spPr>
          <a:xfrm>
            <a:off x="1517442" y="2875061"/>
            <a:ext cx="2377440" cy="438912"/>
          </a:xfrm>
          <a:prstGeom prst="rect">
            <a:avLst/>
          </a:prstGeom>
          <a:solidFill>
            <a:srgbClr val="F4F7FC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1" name="Text 33">
            <a:extLst>
              <a:ext uri="{FF2B5EF4-FFF2-40B4-BE49-F238E27FC236}">
                <a16:creationId xmlns:a16="http://schemas.microsoft.com/office/drawing/2014/main" id="{201BE007-FCE0-F5D5-53B6-5A973833A42A}"/>
              </a:ext>
            </a:extLst>
          </p:cNvPr>
          <p:cNvSpPr/>
          <p:nvPr/>
        </p:nvSpPr>
        <p:spPr>
          <a:xfrm>
            <a:off x="1608882" y="2875061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B5E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Error / Exception Rate</a:t>
            </a:r>
            <a:endParaRPr lang="en-US" sz="9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2" name="Shape 34">
            <a:extLst>
              <a:ext uri="{FF2B5EF4-FFF2-40B4-BE49-F238E27FC236}">
                <a16:creationId xmlns:a16="http://schemas.microsoft.com/office/drawing/2014/main" id="{F81A971A-A2D7-35E2-9755-C071AA20071F}"/>
              </a:ext>
            </a:extLst>
          </p:cNvPr>
          <p:cNvSpPr/>
          <p:nvPr/>
        </p:nvSpPr>
        <p:spPr>
          <a:xfrm>
            <a:off x="3894882" y="2875061"/>
            <a:ext cx="1874520" cy="438912"/>
          </a:xfrm>
          <a:prstGeom prst="rect">
            <a:avLst/>
          </a:prstGeom>
          <a:solidFill>
            <a:srgbClr val="F4F7FC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3" name="Text 35">
            <a:extLst>
              <a:ext uri="{FF2B5EF4-FFF2-40B4-BE49-F238E27FC236}">
                <a16:creationId xmlns:a16="http://schemas.microsoft.com/office/drawing/2014/main" id="{C41CA72A-2DCE-B5F4-6087-E07AE9429318}"/>
              </a:ext>
            </a:extLst>
          </p:cNvPr>
          <p:cNvSpPr/>
          <p:nvPr/>
        </p:nvSpPr>
        <p:spPr>
          <a:xfrm>
            <a:off x="3986322" y="2875061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37415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[e.g., 18%]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4" name="Shape 36">
            <a:extLst>
              <a:ext uri="{FF2B5EF4-FFF2-40B4-BE49-F238E27FC236}">
                <a16:creationId xmlns:a16="http://schemas.microsoft.com/office/drawing/2014/main" id="{9D4CF10E-EC90-4067-9657-5812860B73C7}"/>
              </a:ext>
            </a:extLst>
          </p:cNvPr>
          <p:cNvSpPr/>
          <p:nvPr/>
        </p:nvSpPr>
        <p:spPr>
          <a:xfrm>
            <a:off x="5769402" y="2875061"/>
            <a:ext cx="1874520" cy="438912"/>
          </a:xfrm>
          <a:prstGeom prst="rect">
            <a:avLst/>
          </a:prstGeom>
          <a:solidFill>
            <a:srgbClr val="F4F7FC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5" name="Text 37">
            <a:extLst>
              <a:ext uri="{FF2B5EF4-FFF2-40B4-BE49-F238E27FC236}">
                <a16:creationId xmlns:a16="http://schemas.microsoft.com/office/drawing/2014/main" id="{2A9DD103-D2E7-F76F-DB0B-593E9DD3BDF2}"/>
              </a:ext>
            </a:extLst>
          </p:cNvPr>
          <p:cNvSpPr/>
          <p:nvPr/>
        </p:nvSpPr>
        <p:spPr>
          <a:xfrm>
            <a:off x="5860842" y="2875061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37415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[e.g., &lt; 4%]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6" name="Shape 38">
            <a:extLst>
              <a:ext uri="{FF2B5EF4-FFF2-40B4-BE49-F238E27FC236}">
                <a16:creationId xmlns:a16="http://schemas.microsoft.com/office/drawing/2014/main" id="{8663A0E6-B6C0-9D86-DDE4-752D6D4C6EC8}"/>
              </a:ext>
            </a:extLst>
          </p:cNvPr>
          <p:cNvSpPr/>
          <p:nvPr/>
        </p:nvSpPr>
        <p:spPr>
          <a:xfrm>
            <a:off x="7643922" y="2875061"/>
            <a:ext cx="1874520" cy="438912"/>
          </a:xfrm>
          <a:prstGeom prst="rect">
            <a:avLst/>
          </a:prstGeom>
          <a:solidFill>
            <a:srgbClr val="F4F7FC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7" name="Text 39">
            <a:extLst>
              <a:ext uri="{FF2B5EF4-FFF2-40B4-BE49-F238E27FC236}">
                <a16:creationId xmlns:a16="http://schemas.microsoft.com/office/drawing/2014/main" id="{C7CDB23F-BA8E-2178-96EF-916EB02B456D}"/>
              </a:ext>
            </a:extLst>
          </p:cNvPr>
          <p:cNvSpPr/>
          <p:nvPr/>
        </p:nvSpPr>
        <p:spPr>
          <a:xfrm>
            <a:off x="7735362" y="2875061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37415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[e.g., 78% fewer errors]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8" name="Shape 40">
            <a:extLst>
              <a:ext uri="{FF2B5EF4-FFF2-40B4-BE49-F238E27FC236}">
                <a16:creationId xmlns:a16="http://schemas.microsoft.com/office/drawing/2014/main" id="{CEF99E68-32B8-DD66-3DA2-4A4C5F607E68}"/>
              </a:ext>
            </a:extLst>
          </p:cNvPr>
          <p:cNvSpPr/>
          <p:nvPr/>
        </p:nvSpPr>
        <p:spPr>
          <a:xfrm>
            <a:off x="1517442" y="3350549"/>
            <a:ext cx="2377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9" name="Text 41">
            <a:extLst>
              <a:ext uri="{FF2B5EF4-FFF2-40B4-BE49-F238E27FC236}">
                <a16:creationId xmlns:a16="http://schemas.microsoft.com/office/drawing/2014/main" id="{04B9BA63-26C5-5131-6ED7-C98696F6836A}"/>
              </a:ext>
            </a:extLst>
          </p:cNvPr>
          <p:cNvSpPr/>
          <p:nvPr/>
        </p:nvSpPr>
        <p:spPr>
          <a:xfrm>
            <a:off x="1608882" y="3350549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B5E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SLA Compliance</a:t>
            </a:r>
            <a:endParaRPr lang="en-US" sz="9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0" name="Shape 42">
            <a:extLst>
              <a:ext uri="{FF2B5EF4-FFF2-40B4-BE49-F238E27FC236}">
                <a16:creationId xmlns:a16="http://schemas.microsoft.com/office/drawing/2014/main" id="{99435AED-4882-C9D6-BD2B-AF6958871321}"/>
              </a:ext>
            </a:extLst>
          </p:cNvPr>
          <p:cNvSpPr/>
          <p:nvPr/>
        </p:nvSpPr>
        <p:spPr>
          <a:xfrm>
            <a:off x="3894882" y="3350549"/>
            <a:ext cx="1874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1" name="Text 43">
            <a:extLst>
              <a:ext uri="{FF2B5EF4-FFF2-40B4-BE49-F238E27FC236}">
                <a16:creationId xmlns:a16="http://schemas.microsoft.com/office/drawing/2014/main" id="{536D064C-3D2F-D377-DE08-5BAA3569FBB5}"/>
              </a:ext>
            </a:extLst>
          </p:cNvPr>
          <p:cNvSpPr/>
          <p:nvPr/>
        </p:nvSpPr>
        <p:spPr>
          <a:xfrm>
            <a:off x="3986322" y="3350549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37415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[e.g., 68%]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2" name="Shape 44">
            <a:extLst>
              <a:ext uri="{FF2B5EF4-FFF2-40B4-BE49-F238E27FC236}">
                <a16:creationId xmlns:a16="http://schemas.microsoft.com/office/drawing/2014/main" id="{248C4EE6-3022-B7C8-BBA0-D71400751616}"/>
              </a:ext>
            </a:extLst>
          </p:cNvPr>
          <p:cNvSpPr/>
          <p:nvPr/>
        </p:nvSpPr>
        <p:spPr>
          <a:xfrm>
            <a:off x="5769402" y="3350549"/>
            <a:ext cx="1874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3" name="Text 45">
            <a:extLst>
              <a:ext uri="{FF2B5EF4-FFF2-40B4-BE49-F238E27FC236}">
                <a16:creationId xmlns:a16="http://schemas.microsoft.com/office/drawing/2014/main" id="{FDB9C460-3F07-E1D9-2130-E2DDEEEB214F}"/>
              </a:ext>
            </a:extLst>
          </p:cNvPr>
          <p:cNvSpPr/>
          <p:nvPr/>
        </p:nvSpPr>
        <p:spPr>
          <a:xfrm>
            <a:off x="5860842" y="3350549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37415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[e.g., 94%]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4" name="Shape 46">
            <a:extLst>
              <a:ext uri="{FF2B5EF4-FFF2-40B4-BE49-F238E27FC236}">
                <a16:creationId xmlns:a16="http://schemas.microsoft.com/office/drawing/2014/main" id="{D3F32976-D717-5CB4-23A4-8E195BA6784B}"/>
              </a:ext>
            </a:extLst>
          </p:cNvPr>
          <p:cNvSpPr/>
          <p:nvPr/>
        </p:nvSpPr>
        <p:spPr>
          <a:xfrm>
            <a:off x="7643922" y="3350549"/>
            <a:ext cx="1874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5" name="Text 47">
            <a:extLst>
              <a:ext uri="{FF2B5EF4-FFF2-40B4-BE49-F238E27FC236}">
                <a16:creationId xmlns:a16="http://schemas.microsoft.com/office/drawing/2014/main" id="{6C121DF2-D5ED-3F54-7AD0-D8AF18E48484}"/>
              </a:ext>
            </a:extLst>
          </p:cNvPr>
          <p:cNvSpPr/>
          <p:nvPr/>
        </p:nvSpPr>
        <p:spPr>
          <a:xfrm>
            <a:off x="7735362" y="3350549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37415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[e.g., +26 ppt]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6" name="Shape 48">
            <a:extLst>
              <a:ext uri="{FF2B5EF4-FFF2-40B4-BE49-F238E27FC236}">
                <a16:creationId xmlns:a16="http://schemas.microsoft.com/office/drawing/2014/main" id="{646415EC-7081-433F-03B8-5E6F5BBBA311}"/>
              </a:ext>
            </a:extLst>
          </p:cNvPr>
          <p:cNvSpPr/>
          <p:nvPr/>
        </p:nvSpPr>
        <p:spPr>
          <a:xfrm>
            <a:off x="1517442" y="3826037"/>
            <a:ext cx="2377440" cy="438912"/>
          </a:xfrm>
          <a:prstGeom prst="rect">
            <a:avLst/>
          </a:prstGeom>
          <a:solidFill>
            <a:srgbClr val="F4F7FC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7" name="Text 49">
            <a:extLst>
              <a:ext uri="{FF2B5EF4-FFF2-40B4-BE49-F238E27FC236}">
                <a16:creationId xmlns:a16="http://schemas.microsoft.com/office/drawing/2014/main" id="{5C15B778-0309-232D-4345-5009CEC18FEC}"/>
              </a:ext>
            </a:extLst>
          </p:cNvPr>
          <p:cNvSpPr/>
          <p:nvPr/>
        </p:nvSpPr>
        <p:spPr>
          <a:xfrm>
            <a:off x="1608882" y="3826037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B5E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[Add your metric]</a:t>
            </a:r>
            <a:endParaRPr lang="en-US" sz="9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8" name="Shape 50">
            <a:extLst>
              <a:ext uri="{FF2B5EF4-FFF2-40B4-BE49-F238E27FC236}">
                <a16:creationId xmlns:a16="http://schemas.microsoft.com/office/drawing/2014/main" id="{32CA8CCE-DE50-2BF2-326F-8EB181FAE299}"/>
              </a:ext>
            </a:extLst>
          </p:cNvPr>
          <p:cNvSpPr/>
          <p:nvPr/>
        </p:nvSpPr>
        <p:spPr>
          <a:xfrm>
            <a:off x="3894882" y="3826037"/>
            <a:ext cx="1874520" cy="438912"/>
          </a:xfrm>
          <a:prstGeom prst="rect">
            <a:avLst/>
          </a:prstGeom>
          <a:solidFill>
            <a:srgbClr val="F4F7FC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9" name="Text 51">
            <a:extLst>
              <a:ext uri="{FF2B5EF4-FFF2-40B4-BE49-F238E27FC236}">
                <a16:creationId xmlns:a16="http://schemas.microsoft.com/office/drawing/2014/main" id="{884B6F39-9CAB-EBC0-C617-FC9F1B2FA4AC}"/>
              </a:ext>
            </a:extLst>
          </p:cNvPr>
          <p:cNvSpPr/>
          <p:nvPr/>
        </p:nvSpPr>
        <p:spPr>
          <a:xfrm>
            <a:off x="3986322" y="3826037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37415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[Baseline value]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50" name="Shape 52">
            <a:extLst>
              <a:ext uri="{FF2B5EF4-FFF2-40B4-BE49-F238E27FC236}">
                <a16:creationId xmlns:a16="http://schemas.microsoft.com/office/drawing/2014/main" id="{0C5FD1B6-347F-D01C-5E84-C3055648C7C2}"/>
              </a:ext>
            </a:extLst>
          </p:cNvPr>
          <p:cNvSpPr/>
          <p:nvPr/>
        </p:nvSpPr>
        <p:spPr>
          <a:xfrm>
            <a:off x="5769402" y="3826037"/>
            <a:ext cx="1874520" cy="438912"/>
          </a:xfrm>
          <a:prstGeom prst="rect">
            <a:avLst/>
          </a:prstGeom>
          <a:solidFill>
            <a:srgbClr val="F4F7FC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51" name="Text 53">
            <a:extLst>
              <a:ext uri="{FF2B5EF4-FFF2-40B4-BE49-F238E27FC236}">
                <a16:creationId xmlns:a16="http://schemas.microsoft.com/office/drawing/2014/main" id="{B1D3EE11-03A5-5DE5-B844-4DBA065645FB}"/>
              </a:ext>
            </a:extLst>
          </p:cNvPr>
          <p:cNvSpPr/>
          <p:nvPr/>
        </p:nvSpPr>
        <p:spPr>
          <a:xfrm>
            <a:off x="5860842" y="3826037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37415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[AI-enabled value]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52" name="Shape 54">
            <a:extLst>
              <a:ext uri="{FF2B5EF4-FFF2-40B4-BE49-F238E27FC236}">
                <a16:creationId xmlns:a16="http://schemas.microsoft.com/office/drawing/2014/main" id="{676FD89C-29C4-48C3-9B1F-26111846D8D1}"/>
              </a:ext>
            </a:extLst>
          </p:cNvPr>
          <p:cNvSpPr/>
          <p:nvPr/>
        </p:nvSpPr>
        <p:spPr>
          <a:xfrm>
            <a:off x="7643922" y="3826037"/>
            <a:ext cx="1874520" cy="438912"/>
          </a:xfrm>
          <a:prstGeom prst="rect">
            <a:avLst/>
          </a:prstGeom>
          <a:solidFill>
            <a:srgbClr val="F4F7FC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53" name="Text 55">
            <a:extLst>
              <a:ext uri="{FF2B5EF4-FFF2-40B4-BE49-F238E27FC236}">
                <a16:creationId xmlns:a16="http://schemas.microsoft.com/office/drawing/2014/main" id="{0624245F-46F5-B75D-A586-ADB4D2887C44}"/>
              </a:ext>
            </a:extLst>
          </p:cNvPr>
          <p:cNvSpPr/>
          <p:nvPr/>
        </p:nvSpPr>
        <p:spPr>
          <a:xfrm>
            <a:off x="7735362" y="3826037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37415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[Delta / % gain]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0435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FA64C-E4E4-4774-E4A8-9705F85CB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7C34869-9129-22A9-9C35-5E0CD1DFB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217692"/>
            <a:ext cx="6379901" cy="591608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Analysis and Results</a:t>
            </a:r>
            <a:endParaRPr lang="en-IN" dirty="0">
              <a:solidFill>
                <a:srgbClr val="4A4C55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349E9F-1B73-59CC-1DF9-6F50FBA87B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152" y="6007734"/>
            <a:ext cx="596293" cy="617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28AED9-0C48-4188-A606-9E40331E64B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CBB0E9-B061-6115-DF51-AD164551D95E}"/>
              </a:ext>
            </a:extLst>
          </p:cNvPr>
          <p:cNvSpPr txBox="1"/>
          <p:nvPr/>
        </p:nvSpPr>
        <p:spPr>
          <a:xfrm>
            <a:off x="266555" y="5722811"/>
            <a:ext cx="9680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Note: Slide titles are indicative and for template only. You may customize the contents as appropriate. Please remove all the template text during the final presentations.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DE526F-D66B-4901-CC3E-4964D715C5C0}"/>
              </a:ext>
            </a:extLst>
          </p:cNvPr>
          <p:cNvSpPr txBox="1"/>
          <p:nvPr/>
        </p:nvSpPr>
        <p:spPr>
          <a:xfrm>
            <a:off x="402336" y="1000107"/>
            <a:ext cx="10094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61950" algn="l"/>
              </a:tabLst>
            </a:pPr>
            <a:r>
              <a:rPr lang="en-IN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Insights, Results, Feedback</a:t>
            </a:r>
            <a:endParaRPr lang="en-IN" sz="1800" dirty="0">
              <a:solidFill>
                <a:srgbClr val="4A4C55"/>
              </a:solidFill>
              <a:latin typeface="Roboto Slab" pitchFamily="2" charset="0"/>
              <a:ea typeface="Roboto Slab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3504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3DA99AF-DCAD-4B93-4CCF-54214CBEB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568" y="300856"/>
            <a:ext cx="6832600" cy="59160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4A4C55"/>
                </a:solidFill>
                <a:cs typeface="Poppins" panose="00000500000000000000" pitchFamily="2" charset="0"/>
              </a:rPr>
              <a:t>Suggestions and Conclusions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09B0CB51-9BA3-AEE8-A8EA-8B8970A81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152" y="6007734"/>
            <a:ext cx="596293" cy="617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28AED9-0C48-4188-A606-9E40331E64BB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50FD1C-44C3-884D-6D0D-5F6546A8378A}"/>
              </a:ext>
            </a:extLst>
          </p:cNvPr>
          <p:cNvSpPr txBox="1"/>
          <p:nvPr/>
        </p:nvSpPr>
        <p:spPr>
          <a:xfrm>
            <a:off x="436696" y="100627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Insights  |  Next Step | Future Scope </a:t>
            </a:r>
            <a:endParaRPr lang="en-US" dirty="0">
              <a:solidFill>
                <a:srgbClr val="4A4C55"/>
              </a:solidFill>
              <a:latin typeface="Roboto Slab" pitchFamily="2" charset="0"/>
              <a:ea typeface="Roboto Slab" pitchFamily="2" charset="0"/>
              <a:cs typeface="Poppins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A5B2C7-1784-05F6-E25A-27821BACF076}"/>
              </a:ext>
            </a:extLst>
          </p:cNvPr>
          <p:cNvSpPr txBox="1"/>
          <p:nvPr/>
        </p:nvSpPr>
        <p:spPr>
          <a:xfrm>
            <a:off x="266555" y="5603573"/>
            <a:ext cx="9680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Note: Slide titles are indicative and for template only. You may customize the contents as appropriate. Please remove all the template text during the final presentations.  </a:t>
            </a:r>
          </a:p>
        </p:txBody>
      </p:sp>
    </p:spTree>
    <p:extLst>
      <p:ext uri="{BB962C8B-B14F-4D97-AF65-F5344CB8AC3E}">
        <p14:creationId xmlns:p14="http://schemas.microsoft.com/office/powerpoint/2010/main" val="1324935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DA7C5-4183-4B10-5404-0B5BF594A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FC5621D-08CC-0FCC-818B-0E8F712C9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4A4C55"/>
                </a:solidFill>
                <a:cs typeface="Poppins" panose="00000500000000000000" pitchFamily="2" charset="0"/>
              </a:rPr>
              <a:t>Annexure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C178194B-555A-CAF5-3DD3-292BD32398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152" y="6007734"/>
            <a:ext cx="596293" cy="617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28AED9-0C48-4188-A606-9E40331E64BB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687DEC-AEDF-D5D4-C072-37A15256F06B}"/>
              </a:ext>
            </a:extLst>
          </p:cNvPr>
          <p:cNvSpPr txBox="1"/>
          <p:nvPr/>
        </p:nvSpPr>
        <p:spPr>
          <a:xfrm>
            <a:off x="349251" y="1006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References | Publications | Datasets | Codebase</a:t>
            </a:r>
            <a:endParaRPr lang="en-US" dirty="0">
              <a:solidFill>
                <a:srgbClr val="4A4C55"/>
              </a:solidFill>
              <a:latin typeface="Roboto Slab" pitchFamily="2" charset="0"/>
              <a:ea typeface="Roboto Slab" pitchFamily="2" charset="0"/>
              <a:cs typeface="Poppins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4D64E6-67EB-72A2-93BA-17C7F4498AAD}"/>
              </a:ext>
            </a:extLst>
          </p:cNvPr>
          <p:cNvSpPr txBox="1"/>
          <p:nvPr/>
        </p:nvSpPr>
        <p:spPr>
          <a:xfrm>
            <a:off x="266555" y="5603573"/>
            <a:ext cx="9680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Note: Slide titles are indicative and for template only. You may customize the contents as appropriate. Please remove all the template text during the final presentations.  </a:t>
            </a:r>
          </a:p>
        </p:txBody>
      </p:sp>
    </p:spTree>
    <p:extLst>
      <p:ext uri="{BB962C8B-B14F-4D97-AF65-F5344CB8AC3E}">
        <p14:creationId xmlns:p14="http://schemas.microsoft.com/office/powerpoint/2010/main" val="1409505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F3E31-DBB9-0153-8982-458865751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929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6">
      <a:majorFont>
        <a:latin typeface="Roboto Slab"/>
        <a:ea typeface=""/>
        <a:cs typeface=""/>
      </a:majorFont>
      <a:minorFont>
        <a:latin typeface="Roboto Slab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3091</TotalTime>
  <Words>946</Words>
  <Application>Microsoft Macintosh PowerPoint</Application>
  <PresentationFormat>Widescreen</PresentationFormat>
  <Paragraphs>121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Roboto Slab</vt:lpstr>
      <vt:lpstr>Poppins</vt:lpstr>
      <vt:lpstr>Arial</vt:lpstr>
      <vt:lpstr>Calibri</vt:lpstr>
      <vt:lpstr>Office Theme</vt:lpstr>
      <vt:lpstr>PowerPoint Presentation</vt:lpstr>
      <vt:lpstr>PowerPoint Presentation</vt:lpstr>
      <vt:lpstr>Problem Statement and Context </vt:lpstr>
      <vt:lpstr>Project Objectives</vt:lpstr>
      <vt:lpstr>Current Vs Proposed Approach</vt:lpstr>
      <vt:lpstr>System Architecture</vt:lpstr>
      <vt:lpstr>Agentic Workflow</vt:lpstr>
      <vt:lpstr>Implementation and Demo</vt:lpstr>
      <vt:lpstr>Testing and Validation</vt:lpstr>
      <vt:lpstr>Analysis and Results</vt:lpstr>
      <vt:lpstr>Suggestions and Conclusions</vt:lpstr>
      <vt:lpstr>Annexure</vt:lpstr>
      <vt:lpstr>PowerPoint Presentation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Pavan</dc:creator>
  <cp:lastModifiedBy>Dr. Shinu Abhi</cp:lastModifiedBy>
  <cp:revision>199</cp:revision>
  <dcterms:created xsi:type="dcterms:W3CDTF">2020-09-21T17:38:15Z</dcterms:created>
  <dcterms:modified xsi:type="dcterms:W3CDTF">2026-05-06T10:56:22Z</dcterms:modified>
</cp:coreProperties>
</file>