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4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9A9A"/>
    <a:srgbClr val="00B050"/>
    <a:srgbClr val="7FD7A7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2F7DF1-D119-4E36-B302-3EDE383CB247}" v="36" dt="2026-09-17T14:53:48.7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5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t Srivastava" userId="88b9e446-0ca1-4402-b9c2-d42dceaf52ae" providerId="ADAL" clId="{CD77D9A2-9B0B-4A7B-AD14-57463C3E2D4D}"/>
    <pc:docChg chg="undo redo custSel mod addSld modSld">
      <pc:chgData name="Rajat Srivastava" userId="88b9e446-0ca1-4402-b9c2-d42dceaf52ae" providerId="ADAL" clId="{CD77D9A2-9B0B-4A7B-AD14-57463C3E2D4D}" dt="2026-09-17T15:07:38.386" v="2107" actId="403"/>
      <pc:docMkLst>
        <pc:docMk/>
      </pc:docMkLst>
      <pc:sldChg chg="addSp delSp modSp mod">
        <pc:chgData name="Rajat Srivastava" userId="88b9e446-0ca1-4402-b9c2-d42dceaf52ae" providerId="ADAL" clId="{CD77D9A2-9B0B-4A7B-AD14-57463C3E2D4D}" dt="2026-09-17T14:48:45.657" v="1566" actId="20577"/>
        <pc:sldMkLst>
          <pc:docMk/>
          <pc:sldMk cId="0" sldId="259"/>
        </pc:sldMkLst>
        <pc:spChg chg="mod">
          <ac:chgData name="Rajat Srivastava" userId="88b9e446-0ca1-4402-b9c2-d42dceaf52ae" providerId="ADAL" clId="{CD77D9A2-9B0B-4A7B-AD14-57463C3E2D4D}" dt="2026-09-17T14:48:45.657" v="1566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4:09.348" v="6" actId="404"/>
          <ac:spMkLst>
            <pc:docMk/>
            <pc:sldMk cId="0" sldId="259"/>
            <ac:spMk id="7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5:40.212" v="231" actId="1038"/>
          <ac:spMkLst>
            <pc:docMk/>
            <pc:sldMk cId="0" sldId="259"/>
            <ac:spMk id="8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6:08.245" v="232" actId="14100"/>
          <ac:spMkLst>
            <pc:docMk/>
            <pc:sldMk cId="0" sldId="259"/>
            <ac:spMk id="9" creationId="{00000000-0000-0000-0000-000000000000}"/>
          </ac:spMkLst>
        </pc:spChg>
        <pc:spChg chg="del mod">
          <ac:chgData name="Rajat Srivastava" userId="88b9e446-0ca1-4402-b9c2-d42dceaf52ae" providerId="ADAL" clId="{CD77D9A2-9B0B-4A7B-AD14-57463C3E2D4D}" dt="2026-09-17T11:29:41.071" v="265" actId="478"/>
          <ac:spMkLst>
            <pc:docMk/>
            <pc:sldMk cId="0" sldId="259"/>
            <ac:spMk id="11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5:40.212" v="231" actId="1038"/>
          <ac:spMkLst>
            <pc:docMk/>
            <pc:sldMk cId="0" sldId="259"/>
            <ac:spMk id="12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5:33.402" v="218" actId="1038"/>
          <ac:spMkLst>
            <pc:docMk/>
            <pc:sldMk cId="0" sldId="259"/>
            <ac:spMk id="13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6:08.245" v="232" actId="14100"/>
          <ac:spMkLst>
            <pc:docMk/>
            <pc:sldMk cId="0" sldId="259"/>
            <ac:spMk id="14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5:33.402" v="218" actId="1038"/>
          <ac:spMkLst>
            <pc:docMk/>
            <pc:sldMk cId="0" sldId="259"/>
            <ac:spMk id="16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5:33.402" v="218" actId="1038"/>
          <ac:spMkLst>
            <pc:docMk/>
            <pc:sldMk cId="0" sldId="259"/>
            <ac:spMk id="17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5:27.388" v="196" actId="1038"/>
          <ac:spMkLst>
            <pc:docMk/>
            <pc:sldMk cId="0" sldId="259"/>
            <ac:spMk id="18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6:08.245" v="232" actId="14100"/>
          <ac:spMkLst>
            <pc:docMk/>
            <pc:sldMk cId="0" sldId="259"/>
            <ac:spMk id="19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5:27.388" v="196" actId="1038"/>
          <ac:spMkLst>
            <pc:docMk/>
            <pc:sldMk cId="0" sldId="259"/>
            <ac:spMk id="21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5:27.388" v="196" actId="1038"/>
          <ac:spMkLst>
            <pc:docMk/>
            <pc:sldMk cId="0" sldId="259"/>
            <ac:spMk id="22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5:11.352" v="146" actId="1038"/>
          <ac:spMkLst>
            <pc:docMk/>
            <pc:sldMk cId="0" sldId="259"/>
            <ac:spMk id="23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6:08.245" v="232" actId="14100"/>
          <ac:spMkLst>
            <pc:docMk/>
            <pc:sldMk cId="0" sldId="259"/>
            <ac:spMk id="24" creationId="{00000000-0000-0000-0000-000000000000}"/>
          </ac:spMkLst>
        </pc:spChg>
        <pc:spChg chg="del mod">
          <ac:chgData name="Rajat Srivastava" userId="88b9e446-0ca1-4402-b9c2-d42dceaf52ae" providerId="ADAL" clId="{CD77D9A2-9B0B-4A7B-AD14-57463C3E2D4D}" dt="2026-09-17T11:29:41.071" v="265" actId="478"/>
          <ac:spMkLst>
            <pc:docMk/>
            <pc:sldMk cId="0" sldId="259"/>
            <ac:spMk id="26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5:11.352" v="146" actId="1038"/>
          <ac:spMkLst>
            <pc:docMk/>
            <pc:sldMk cId="0" sldId="259"/>
            <ac:spMk id="27" creationId="{00000000-0000-0000-0000-000000000000}"/>
          </ac:spMkLst>
        </pc:spChg>
        <pc:spChg chg="del mod">
          <ac:chgData name="Rajat Srivastava" userId="88b9e446-0ca1-4402-b9c2-d42dceaf52ae" providerId="ADAL" clId="{CD77D9A2-9B0B-4A7B-AD14-57463C3E2D4D}" dt="2026-09-17T11:29:41.071" v="265" actId="478"/>
          <ac:spMkLst>
            <pc:docMk/>
            <pc:sldMk cId="0" sldId="259"/>
            <ac:spMk id="28" creationId="{00000000-0000-0000-0000-000000000000}"/>
          </ac:spMkLst>
        </pc:spChg>
        <pc:spChg chg="del mod">
          <ac:chgData name="Rajat Srivastava" userId="88b9e446-0ca1-4402-b9c2-d42dceaf52ae" providerId="ADAL" clId="{CD77D9A2-9B0B-4A7B-AD14-57463C3E2D4D}" dt="2026-09-17T11:29:41.071" v="265" actId="478"/>
          <ac:spMkLst>
            <pc:docMk/>
            <pc:sldMk cId="0" sldId="259"/>
            <ac:spMk id="29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5:33.402" v="218" actId="1038"/>
          <ac:spMkLst>
            <pc:docMk/>
            <pc:sldMk cId="0" sldId="259"/>
            <ac:spMk id="31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5:33.402" v="218" actId="1038"/>
          <ac:spMkLst>
            <pc:docMk/>
            <pc:sldMk cId="0" sldId="259"/>
            <ac:spMk id="32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5:27.388" v="196" actId="1038"/>
          <ac:spMkLst>
            <pc:docMk/>
            <pc:sldMk cId="0" sldId="259"/>
            <ac:spMk id="33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6:08.245" v="232" actId="14100"/>
          <ac:spMkLst>
            <pc:docMk/>
            <pc:sldMk cId="0" sldId="259"/>
            <ac:spMk id="34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5:27.388" v="196" actId="1038"/>
          <ac:spMkLst>
            <pc:docMk/>
            <pc:sldMk cId="0" sldId="259"/>
            <ac:spMk id="36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5:27.388" v="196" actId="1038"/>
          <ac:spMkLst>
            <pc:docMk/>
            <pc:sldMk cId="0" sldId="259"/>
            <ac:spMk id="37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5:11.352" v="146" actId="1038"/>
          <ac:spMkLst>
            <pc:docMk/>
            <pc:sldMk cId="0" sldId="259"/>
            <ac:spMk id="38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6:08.245" v="232" actId="14100"/>
          <ac:spMkLst>
            <pc:docMk/>
            <pc:sldMk cId="0" sldId="259"/>
            <ac:spMk id="39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5:11.352" v="146" actId="1038"/>
          <ac:spMkLst>
            <pc:docMk/>
            <pc:sldMk cId="0" sldId="259"/>
            <ac:spMk id="41" creationId="{00000000-0000-0000-0000-000000000000}"/>
          </ac:spMkLst>
        </pc:spChg>
        <pc:spChg chg="del mod">
          <ac:chgData name="Rajat Srivastava" userId="88b9e446-0ca1-4402-b9c2-d42dceaf52ae" providerId="ADAL" clId="{CD77D9A2-9B0B-4A7B-AD14-57463C3E2D4D}" dt="2026-09-17T11:29:41.071" v="265" actId="478"/>
          <ac:spMkLst>
            <pc:docMk/>
            <pc:sldMk cId="0" sldId="259"/>
            <ac:spMk id="42" creationId="{00000000-0000-0000-0000-000000000000}"/>
          </ac:spMkLst>
        </pc:spChg>
        <pc:spChg chg="del">
          <ac:chgData name="Rajat Srivastava" userId="88b9e446-0ca1-4402-b9c2-d42dceaf52ae" providerId="ADAL" clId="{CD77D9A2-9B0B-4A7B-AD14-57463C3E2D4D}" dt="2026-09-17T11:29:41.071" v="265" actId="478"/>
          <ac:spMkLst>
            <pc:docMk/>
            <pc:sldMk cId="0" sldId="259"/>
            <ac:spMk id="47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6:08.245" v="232" actId="14100"/>
          <ac:spMkLst>
            <pc:docMk/>
            <pc:sldMk cId="0" sldId="259"/>
            <ac:spMk id="49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4:40.587" v="32" actId="1038"/>
          <ac:spMkLst>
            <pc:docMk/>
            <pc:sldMk cId="0" sldId="259"/>
            <ac:spMk id="52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4:40.587" v="32" actId="1038"/>
          <ac:spMkLst>
            <pc:docMk/>
            <pc:sldMk cId="0" sldId="259"/>
            <ac:spMk id="53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4:40.587" v="32" actId="1038"/>
          <ac:spMkLst>
            <pc:docMk/>
            <pc:sldMk cId="0" sldId="259"/>
            <ac:spMk id="54" creationId="{00000000-0000-0000-0000-000000000000}"/>
          </ac:spMkLst>
        </pc:spChg>
        <pc:spChg chg="del mod">
          <ac:chgData name="Rajat Srivastava" userId="88b9e446-0ca1-4402-b9c2-d42dceaf52ae" providerId="ADAL" clId="{CD77D9A2-9B0B-4A7B-AD14-57463C3E2D4D}" dt="2026-09-17T11:29:41.071" v="265" actId="478"/>
          <ac:spMkLst>
            <pc:docMk/>
            <pc:sldMk cId="0" sldId="259"/>
            <ac:spMk id="55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4:40.587" v="32" actId="1038"/>
          <ac:spMkLst>
            <pc:docMk/>
            <pc:sldMk cId="0" sldId="259"/>
            <ac:spMk id="56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6:08.245" v="232" actId="14100"/>
          <ac:spMkLst>
            <pc:docMk/>
            <pc:sldMk cId="0" sldId="259"/>
            <ac:spMk id="57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4:57.565" v="112" actId="1037"/>
          <ac:spMkLst>
            <pc:docMk/>
            <pc:sldMk cId="0" sldId="259"/>
            <ac:spMk id="59" creationId="{00000000-0000-0000-0000-000000000000}"/>
          </ac:spMkLst>
        </pc:spChg>
        <pc:spChg chg="del mod">
          <ac:chgData name="Rajat Srivastava" userId="88b9e446-0ca1-4402-b9c2-d42dceaf52ae" providerId="ADAL" clId="{CD77D9A2-9B0B-4A7B-AD14-57463C3E2D4D}" dt="2026-09-17T11:29:41.071" v="265" actId="478"/>
          <ac:spMkLst>
            <pc:docMk/>
            <pc:sldMk cId="0" sldId="259"/>
            <ac:spMk id="60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6:08.245" v="232" actId="14100"/>
          <ac:spMkLst>
            <pc:docMk/>
            <pc:sldMk cId="0" sldId="259"/>
            <ac:spMk id="61" creationId="{00000000-0000-0000-0000-000000000000}"/>
          </ac:spMkLst>
        </pc:spChg>
        <pc:spChg chg="del">
          <ac:chgData name="Rajat Srivastava" userId="88b9e446-0ca1-4402-b9c2-d42dceaf52ae" providerId="ADAL" clId="{CD77D9A2-9B0B-4A7B-AD14-57463C3E2D4D}" dt="2026-09-17T11:29:41.071" v="265" actId="478"/>
          <ac:spMkLst>
            <pc:docMk/>
            <pc:sldMk cId="0" sldId="259"/>
            <ac:spMk id="63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4:09.348" v="6" actId="404"/>
          <ac:spMkLst>
            <pc:docMk/>
            <pc:sldMk cId="0" sldId="259"/>
            <ac:spMk id="64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4:40.587" v="32" actId="1038"/>
          <ac:spMkLst>
            <pc:docMk/>
            <pc:sldMk cId="0" sldId="259"/>
            <ac:spMk id="65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4:40.587" v="32" actId="1038"/>
          <ac:spMkLst>
            <pc:docMk/>
            <pc:sldMk cId="0" sldId="259"/>
            <ac:spMk id="67" creationId="{00000000-0000-0000-0000-000000000000}"/>
          </ac:spMkLst>
        </pc:spChg>
        <pc:spChg chg="del">
          <ac:chgData name="Rajat Srivastava" userId="88b9e446-0ca1-4402-b9c2-d42dceaf52ae" providerId="ADAL" clId="{CD77D9A2-9B0B-4A7B-AD14-57463C3E2D4D}" dt="2026-09-17T11:29:41.071" v="265" actId="478"/>
          <ac:spMkLst>
            <pc:docMk/>
            <pc:sldMk cId="0" sldId="259"/>
            <ac:spMk id="68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6:08.245" v="232" actId="14100"/>
          <ac:spMkLst>
            <pc:docMk/>
            <pc:sldMk cId="0" sldId="259"/>
            <ac:spMk id="69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4:40.587" v="32" actId="1038"/>
          <ac:spMkLst>
            <pc:docMk/>
            <pc:sldMk cId="0" sldId="259"/>
            <ac:spMk id="71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4:40.587" v="32" actId="1038"/>
          <ac:spMkLst>
            <pc:docMk/>
            <pc:sldMk cId="0" sldId="259"/>
            <ac:spMk id="72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3:04:52.510" v="1458" actId="692"/>
          <ac:spMkLst>
            <pc:docMk/>
            <pc:sldMk cId="0" sldId="259"/>
            <ac:spMk id="73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2:09:16.964" v="1271" actId="1076"/>
          <ac:spMkLst>
            <pc:docMk/>
            <pc:sldMk cId="0" sldId="259"/>
            <ac:spMk id="74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3:04:40.884" v="1457" actId="207"/>
          <ac:spMkLst>
            <pc:docMk/>
            <pc:sldMk cId="0" sldId="259"/>
            <ac:spMk id="75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2:09:16.964" v="1271" actId="1076"/>
          <ac:spMkLst>
            <pc:docMk/>
            <pc:sldMk cId="0" sldId="259"/>
            <ac:spMk id="76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2:09:30.667" v="1280" actId="14100"/>
          <ac:spMkLst>
            <pc:docMk/>
            <pc:sldMk cId="0" sldId="259"/>
            <ac:spMk id="77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2:09:16.964" v="1271" actId="1076"/>
          <ac:spMkLst>
            <pc:docMk/>
            <pc:sldMk cId="0" sldId="259"/>
            <ac:spMk id="78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2:09:51.357" v="1285" actId="207"/>
          <ac:spMkLst>
            <pc:docMk/>
            <pc:sldMk cId="0" sldId="259"/>
            <ac:spMk id="79" creationId="{00000000-0000-0000-0000-000000000000}"/>
          </ac:spMkLst>
        </pc:spChg>
        <pc:spChg chg="add mod">
          <ac:chgData name="Rajat Srivastava" userId="88b9e446-0ca1-4402-b9c2-d42dceaf52ae" providerId="ADAL" clId="{CD77D9A2-9B0B-4A7B-AD14-57463C3E2D4D}" dt="2026-09-17T12:11:29.348" v="1439" actId="207"/>
          <ac:spMkLst>
            <pc:docMk/>
            <pc:sldMk cId="0" sldId="259"/>
            <ac:spMk id="82" creationId="{A9AEDC32-C3A5-0A4F-E8B5-4E7B70ACFB7C}"/>
          </ac:spMkLst>
        </pc:spChg>
        <pc:spChg chg="add mod">
          <ac:chgData name="Rajat Srivastava" userId="88b9e446-0ca1-4402-b9c2-d42dceaf52ae" providerId="ADAL" clId="{CD77D9A2-9B0B-4A7B-AD14-57463C3E2D4D}" dt="2026-09-17T11:33:18.523" v="398" actId="1038"/>
          <ac:spMkLst>
            <pc:docMk/>
            <pc:sldMk cId="0" sldId="259"/>
            <ac:spMk id="86" creationId="{642DC523-4614-2A23-9AB1-1CA12B9C517B}"/>
          </ac:spMkLst>
        </pc:spChg>
        <pc:spChg chg="add mod">
          <ac:chgData name="Rajat Srivastava" userId="88b9e446-0ca1-4402-b9c2-d42dceaf52ae" providerId="ADAL" clId="{CD77D9A2-9B0B-4A7B-AD14-57463C3E2D4D}" dt="2026-09-17T11:33:23.077" v="399" actId="1038"/>
          <ac:spMkLst>
            <pc:docMk/>
            <pc:sldMk cId="0" sldId="259"/>
            <ac:spMk id="88" creationId="{18FAF642-4F34-787F-EFBB-D8B3CFB76880}"/>
          </ac:spMkLst>
        </pc:spChg>
        <pc:spChg chg="add mod">
          <ac:chgData name="Rajat Srivastava" userId="88b9e446-0ca1-4402-b9c2-d42dceaf52ae" providerId="ADAL" clId="{CD77D9A2-9B0B-4A7B-AD14-57463C3E2D4D}" dt="2026-09-17T11:31:34.022" v="307" actId="403"/>
          <ac:spMkLst>
            <pc:docMk/>
            <pc:sldMk cId="0" sldId="259"/>
            <ac:spMk id="92" creationId="{522DF409-4274-9D5C-741B-54AA022E5DD8}"/>
          </ac:spMkLst>
        </pc:spChg>
        <pc:spChg chg="add mod">
          <ac:chgData name="Rajat Srivastava" userId="88b9e446-0ca1-4402-b9c2-d42dceaf52ae" providerId="ADAL" clId="{CD77D9A2-9B0B-4A7B-AD14-57463C3E2D4D}" dt="2026-09-17T11:31:41.348" v="310" actId="403"/>
          <ac:spMkLst>
            <pc:docMk/>
            <pc:sldMk cId="0" sldId="259"/>
            <ac:spMk id="94" creationId="{EE162FC4-3F99-997F-939B-760F3E0CE4B3}"/>
          </ac:spMkLst>
        </pc:spChg>
        <pc:spChg chg="add mod">
          <ac:chgData name="Rajat Srivastava" userId="88b9e446-0ca1-4402-b9c2-d42dceaf52ae" providerId="ADAL" clId="{CD77D9A2-9B0B-4A7B-AD14-57463C3E2D4D}" dt="2026-09-17T11:33:27.231" v="410" actId="1038"/>
          <ac:spMkLst>
            <pc:docMk/>
            <pc:sldMk cId="0" sldId="259"/>
            <ac:spMk id="96" creationId="{CAD20A2B-63C0-9373-0698-B8BE9A0312CB}"/>
          </ac:spMkLst>
        </pc:spChg>
        <pc:spChg chg="add mod ord">
          <ac:chgData name="Rajat Srivastava" userId="88b9e446-0ca1-4402-b9c2-d42dceaf52ae" providerId="ADAL" clId="{CD77D9A2-9B0B-4A7B-AD14-57463C3E2D4D}" dt="2026-09-17T13:03:10.302" v="1452" actId="207"/>
          <ac:spMkLst>
            <pc:docMk/>
            <pc:sldMk cId="0" sldId="259"/>
            <ac:spMk id="98" creationId="{AFEB6BD0-0EC7-161C-6CA7-1BC60F215874}"/>
          </ac:spMkLst>
        </pc:spChg>
        <pc:spChg chg="add mod topLvl">
          <ac:chgData name="Rajat Srivastava" userId="88b9e446-0ca1-4402-b9c2-d42dceaf52ae" providerId="ADAL" clId="{CD77D9A2-9B0B-4A7B-AD14-57463C3E2D4D}" dt="2026-09-17T11:35:53.615" v="434" actId="165"/>
          <ac:spMkLst>
            <pc:docMk/>
            <pc:sldMk cId="0" sldId="259"/>
            <ac:spMk id="102" creationId="{5A47F1E9-DA4E-DBB0-9B02-A7FFBB87FB34}"/>
          </ac:spMkLst>
        </pc:spChg>
        <pc:spChg chg="add mod topLvl">
          <ac:chgData name="Rajat Srivastava" userId="88b9e446-0ca1-4402-b9c2-d42dceaf52ae" providerId="ADAL" clId="{CD77D9A2-9B0B-4A7B-AD14-57463C3E2D4D}" dt="2026-09-17T11:35:53.615" v="434" actId="165"/>
          <ac:spMkLst>
            <pc:docMk/>
            <pc:sldMk cId="0" sldId="259"/>
            <ac:spMk id="104" creationId="{851F505D-9F94-FE96-77A5-4AAF88DAFFAB}"/>
          </ac:spMkLst>
        </pc:spChg>
        <pc:spChg chg="add mod">
          <ac:chgData name="Rajat Srivastava" userId="88b9e446-0ca1-4402-b9c2-d42dceaf52ae" providerId="ADAL" clId="{CD77D9A2-9B0B-4A7B-AD14-57463C3E2D4D}" dt="2026-09-17T11:30:31.126" v="284" actId="403"/>
          <ac:spMkLst>
            <pc:docMk/>
            <pc:sldMk cId="0" sldId="259"/>
            <ac:spMk id="106" creationId="{B9833B0B-C61B-71E6-EA2F-9DA7D5F90E0F}"/>
          </ac:spMkLst>
        </pc:spChg>
        <pc:spChg chg="add mod">
          <ac:chgData name="Rajat Srivastava" userId="88b9e446-0ca1-4402-b9c2-d42dceaf52ae" providerId="ADAL" clId="{CD77D9A2-9B0B-4A7B-AD14-57463C3E2D4D}" dt="2026-09-17T11:30:26.295" v="282" actId="403"/>
          <ac:spMkLst>
            <pc:docMk/>
            <pc:sldMk cId="0" sldId="259"/>
            <ac:spMk id="108" creationId="{4FD09515-03E9-068C-A9D9-CE00486CDE4E}"/>
          </ac:spMkLst>
        </pc:spChg>
        <pc:spChg chg="add mod">
          <ac:chgData name="Rajat Srivastava" userId="88b9e446-0ca1-4402-b9c2-d42dceaf52ae" providerId="ADAL" clId="{CD77D9A2-9B0B-4A7B-AD14-57463C3E2D4D}" dt="2026-09-17T11:41:44.294" v="491" actId="14100"/>
          <ac:spMkLst>
            <pc:docMk/>
            <pc:sldMk cId="0" sldId="259"/>
            <ac:spMk id="111" creationId="{F229ADAA-5FB1-8328-B7DD-804E69A7F483}"/>
          </ac:spMkLst>
        </pc:spChg>
        <pc:spChg chg="add del mod">
          <ac:chgData name="Rajat Srivastava" userId="88b9e446-0ca1-4402-b9c2-d42dceaf52ae" providerId="ADAL" clId="{CD77D9A2-9B0B-4A7B-AD14-57463C3E2D4D}" dt="2026-09-17T11:40:44.347" v="482" actId="478"/>
          <ac:spMkLst>
            <pc:docMk/>
            <pc:sldMk cId="0" sldId="259"/>
            <ac:spMk id="119" creationId="{01677FC2-E694-3CD4-0B63-1C515C37E295}"/>
          </ac:spMkLst>
        </pc:spChg>
        <pc:spChg chg="add del mod">
          <ac:chgData name="Rajat Srivastava" userId="88b9e446-0ca1-4402-b9c2-d42dceaf52ae" providerId="ADAL" clId="{CD77D9A2-9B0B-4A7B-AD14-57463C3E2D4D}" dt="2026-09-17T11:40:44.347" v="482" actId="478"/>
          <ac:spMkLst>
            <pc:docMk/>
            <pc:sldMk cId="0" sldId="259"/>
            <ac:spMk id="123" creationId="{DADCBE34-2B95-8F1D-95A2-7EF73C86B2B5}"/>
          </ac:spMkLst>
        </pc:spChg>
        <pc:spChg chg="add del mod">
          <ac:chgData name="Rajat Srivastava" userId="88b9e446-0ca1-4402-b9c2-d42dceaf52ae" providerId="ADAL" clId="{CD77D9A2-9B0B-4A7B-AD14-57463C3E2D4D}" dt="2026-09-17T11:40:44.347" v="482" actId="478"/>
          <ac:spMkLst>
            <pc:docMk/>
            <pc:sldMk cId="0" sldId="259"/>
            <ac:spMk id="125" creationId="{B83F557A-E667-C86D-E1FC-D89D588B1FE4}"/>
          </ac:spMkLst>
        </pc:spChg>
        <pc:spChg chg="add del mod">
          <ac:chgData name="Rajat Srivastava" userId="88b9e446-0ca1-4402-b9c2-d42dceaf52ae" providerId="ADAL" clId="{CD77D9A2-9B0B-4A7B-AD14-57463C3E2D4D}" dt="2026-09-17T11:40:44.347" v="482" actId="478"/>
          <ac:spMkLst>
            <pc:docMk/>
            <pc:sldMk cId="0" sldId="259"/>
            <ac:spMk id="129" creationId="{9859404D-DF43-5169-41FC-C263E33469B1}"/>
          </ac:spMkLst>
        </pc:spChg>
        <pc:spChg chg="add del mod">
          <ac:chgData name="Rajat Srivastava" userId="88b9e446-0ca1-4402-b9c2-d42dceaf52ae" providerId="ADAL" clId="{CD77D9A2-9B0B-4A7B-AD14-57463C3E2D4D}" dt="2026-09-17T11:40:44.347" v="482" actId="478"/>
          <ac:spMkLst>
            <pc:docMk/>
            <pc:sldMk cId="0" sldId="259"/>
            <ac:spMk id="131" creationId="{93759A7E-A5AB-9FBA-C5BF-10371A56EE22}"/>
          </ac:spMkLst>
        </pc:spChg>
        <pc:spChg chg="add del mod">
          <ac:chgData name="Rajat Srivastava" userId="88b9e446-0ca1-4402-b9c2-d42dceaf52ae" providerId="ADAL" clId="{CD77D9A2-9B0B-4A7B-AD14-57463C3E2D4D}" dt="2026-09-17T11:40:44.347" v="482" actId="478"/>
          <ac:spMkLst>
            <pc:docMk/>
            <pc:sldMk cId="0" sldId="259"/>
            <ac:spMk id="133" creationId="{725A6932-6548-DCA6-FA56-D06680E6487A}"/>
          </ac:spMkLst>
        </pc:spChg>
        <pc:spChg chg="add del mod">
          <ac:chgData name="Rajat Srivastava" userId="88b9e446-0ca1-4402-b9c2-d42dceaf52ae" providerId="ADAL" clId="{CD77D9A2-9B0B-4A7B-AD14-57463C3E2D4D}" dt="2026-09-17T11:41:01.784" v="485" actId="478"/>
          <ac:spMkLst>
            <pc:docMk/>
            <pc:sldMk cId="0" sldId="259"/>
            <ac:spMk id="135" creationId="{0C58B1C9-07C8-490B-1B93-82F9D5C48697}"/>
          </ac:spMkLst>
        </pc:spChg>
        <pc:spChg chg="add del mod">
          <ac:chgData name="Rajat Srivastava" userId="88b9e446-0ca1-4402-b9c2-d42dceaf52ae" providerId="ADAL" clId="{CD77D9A2-9B0B-4A7B-AD14-57463C3E2D4D}" dt="2026-09-17T11:50:49.102" v="862" actId="478"/>
          <ac:spMkLst>
            <pc:docMk/>
            <pc:sldMk cId="0" sldId="259"/>
            <ac:spMk id="137" creationId="{B9325C0E-213E-5229-BBC3-2F2D3B263B4E}"/>
          </ac:spMkLst>
        </pc:spChg>
        <pc:spChg chg="del mod">
          <ac:chgData name="Rajat Srivastava" userId="88b9e446-0ca1-4402-b9c2-d42dceaf52ae" providerId="ADAL" clId="{CD77D9A2-9B0B-4A7B-AD14-57463C3E2D4D}" dt="2026-09-17T11:50:49.102" v="862" actId="478"/>
          <ac:spMkLst>
            <pc:docMk/>
            <pc:sldMk cId="0" sldId="259"/>
            <ac:spMk id="141" creationId="{63AC686F-0C8B-4CE5-4791-50EBAB32FFF7}"/>
          </ac:spMkLst>
        </pc:spChg>
        <pc:spChg chg="add del mod">
          <ac:chgData name="Rajat Srivastava" userId="88b9e446-0ca1-4402-b9c2-d42dceaf52ae" providerId="ADAL" clId="{CD77D9A2-9B0B-4A7B-AD14-57463C3E2D4D}" dt="2026-09-17T11:50:49.102" v="862" actId="478"/>
          <ac:spMkLst>
            <pc:docMk/>
            <pc:sldMk cId="0" sldId="259"/>
            <ac:spMk id="143" creationId="{1F79D5C3-76C3-F54A-C84A-2F7D4FA7B0DB}"/>
          </ac:spMkLst>
        </pc:spChg>
        <pc:spChg chg="add del mod">
          <ac:chgData name="Rajat Srivastava" userId="88b9e446-0ca1-4402-b9c2-d42dceaf52ae" providerId="ADAL" clId="{CD77D9A2-9B0B-4A7B-AD14-57463C3E2D4D}" dt="2026-09-17T11:50:49.102" v="862" actId="478"/>
          <ac:spMkLst>
            <pc:docMk/>
            <pc:sldMk cId="0" sldId="259"/>
            <ac:spMk id="145" creationId="{F8A56BDB-FD94-6FE8-CE1B-D9A96652DEAF}"/>
          </ac:spMkLst>
        </pc:spChg>
        <pc:spChg chg="add del mod">
          <ac:chgData name="Rajat Srivastava" userId="88b9e446-0ca1-4402-b9c2-d42dceaf52ae" providerId="ADAL" clId="{CD77D9A2-9B0B-4A7B-AD14-57463C3E2D4D}" dt="2026-09-17T11:50:49.102" v="862" actId="478"/>
          <ac:spMkLst>
            <pc:docMk/>
            <pc:sldMk cId="0" sldId="259"/>
            <ac:spMk id="147" creationId="{55745E3B-845E-97EF-A4B6-649D6C51E592}"/>
          </ac:spMkLst>
        </pc:spChg>
        <pc:spChg chg="add del mod">
          <ac:chgData name="Rajat Srivastava" userId="88b9e446-0ca1-4402-b9c2-d42dceaf52ae" providerId="ADAL" clId="{CD77D9A2-9B0B-4A7B-AD14-57463C3E2D4D}" dt="2026-09-17T11:50:49.102" v="862" actId="478"/>
          <ac:spMkLst>
            <pc:docMk/>
            <pc:sldMk cId="0" sldId="259"/>
            <ac:spMk id="151" creationId="{7BEBD1C3-788D-DC7D-837C-51713D7E161A}"/>
          </ac:spMkLst>
        </pc:spChg>
        <pc:spChg chg="add del mod">
          <ac:chgData name="Rajat Srivastava" userId="88b9e446-0ca1-4402-b9c2-d42dceaf52ae" providerId="ADAL" clId="{CD77D9A2-9B0B-4A7B-AD14-57463C3E2D4D}" dt="2026-09-17T11:50:49.102" v="862" actId="478"/>
          <ac:spMkLst>
            <pc:docMk/>
            <pc:sldMk cId="0" sldId="259"/>
            <ac:spMk id="153" creationId="{15DF5BAF-D814-EF72-8809-EBF7DEB590C5}"/>
          </ac:spMkLst>
        </pc:spChg>
        <pc:spChg chg="add del mod">
          <ac:chgData name="Rajat Srivastava" userId="88b9e446-0ca1-4402-b9c2-d42dceaf52ae" providerId="ADAL" clId="{CD77D9A2-9B0B-4A7B-AD14-57463C3E2D4D}" dt="2026-09-17T11:41:04.503" v="486" actId="478"/>
          <ac:spMkLst>
            <pc:docMk/>
            <pc:sldMk cId="0" sldId="259"/>
            <ac:spMk id="155" creationId="{7931E677-472D-B3E9-E0A4-897F732BD79C}"/>
          </ac:spMkLst>
        </pc:spChg>
        <pc:spChg chg="add del mod">
          <ac:chgData name="Rajat Srivastava" userId="88b9e446-0ca1-4402-b9c2-d42dceaf52ae" providerId="ADAL" clId="{CD77D9A2-9B0B-4A7B-AD14-57463C3E2D4D}" dt="2026-09-17T11:41:04.503" v="486" actId="478"/>
          <ac:spMkLst>
            <pc:docMk/>
            <pc:sldMk cId="0" sldId="259"/>
            <ac:spMk id="159" creationId="{6D1C60C1-E373-AB58-2BF8-F6AFE7FEA5AD}"/>
          </ac:spMkLst>
        </pc:spChg>
        <pc:spChg chg="add del mod">
          <ac:chgData name="Rajat Srivastava" userId="88b9e446-0ca1-4402-b9c2-d42dceaf52ae" providerId="ADAL" clId="{CD77D9A2-9B0B-4A7B-AD14-57463C3E2D4D}" dt="2026-09-17T11:41:04.503" v="486" actId="478"/>
          <ac:spMkLst>
            <pc:docMk/>
            <pc:sldMk cId="0" sldId="259"/>
            <ac:spMk id="163" creationId="{7A535DE2-D044-2778-F527-4602E65AA96F}"/>
          </ac:spMkLst>
        </pc:spChg>
        <pc:spChg chg="add del">
          <ac:chgData name="Rajat Srivastava" userId="88b9e446-0ca1-4402-b9c2-d42dceaf52ae" providerId="ADAL" clId="{CD77D9A2-9B0B-4A7B-AD14-57463C3E2D4D}" dt="2026-09-17T11:41:20.184" v="488" actId="22"/>
          <ac:spMkLst>
            <pc:docMk/>
            <pc:sldMk cId="0" sldId="259"/>
            <ac:spMk id="165" creationId="{2FF126BE-63E7-8A06-E020-E73926ADB914}"/>
          </ac:spMkLst>
        </pc:spChg>
        <pc:spChg chg="add del">
          <ac:chgData name="Rajat Srivastava" userId="88b9e446-0ca1-4402-b9c2-d42dceaf52ae" providerId="ADAL" clId="{CD77D9A2-9B0B-4A7B-AD14-57463C3E2D4D}" dt="2026-09-17T11:41:20.184" v="488" actId="22"/>
          <ac:spMkLst>
            <pc:docMk/>
            <pc:sldMk cId="0" sldId="259"/>
            <ac:spMk id="167" creationId="{D6531F2C-A891-5B2D-F7F4-616ABF15470B}"/>
          </ac:spMkLst>
        </pc:spChg>
        <pc:spChg chg="add mod">
          <ac:chgData name="Rajat Srivastava" userId="88b9e446-0ca1-4402-b9c2-d42dceaf52ae" providerId="ADAL" clId="{CD77D9A2-9B0B-4A7B-AD14-57463C3E2D4D}" dt="2026-09-17T12:51:16.179" v="1451" actId="1076"/>
          <ac:spMkLst>
            <pc:docMk/>
            <pc:sldMk cId="0" sldId="259"/>
            <ac:spMk id="168" creationId="{68861EDA-B77B-3E4F-4A39-5D67AB44C70F}"/>
          </ac:spMkLst>
        </pc:spChg>
        <pc:spChg chg="add del mod">
          <ac:chgData name="Rajat Srivastava" userId="88b9e446-0ca1-4402-b9c2-d42dceaf52ae" providerId="ADAL" clId="{CD77D9A2-9B0B-4A7B-AD14-57463C3E2D4D}" dt="2026-09-17T11:48:49.022" v="837" actId="478"/>
          <ac:spMkLst>
            <pc:docMk/>
            <pc:sldMk cId="0" sldId="259"/>
            <ac:spMk id="169" creationId="{375D444C-52DF-709A-AF34-2772576D6151}"/>
          </ac:spMkLst>
        </pc:spChg>
        <pc:spChg chg="add mod">
          <ac:chgData name="Rajat Srivastava" userId="88b9e446-0ca1-4402-b9c2-d42dceaf52ae" providerId="ADAL" clId="{CD77D9A2-9B0B-4A7B-AD14-57463C3E2D4D}" dt="2026-09-17T11:41:33.552" v="490" actId="1076"/>
          <ac:spMkLst>
            <pc:docMk/>
            <pc:sldMk cId="0" sldId="259"/>
            <ac:spMk id="170" creationId="{F91726E9-DAD9-198C-4FE9-483C1C28C265}"/>
          </ac:spMkLst>
        </pc:spChg>
        <pc:spChg chg="mod topLvl">
          <ac:chgData name="Rajat Srivastava" userId="88b9e446-0ca1-4402-b9c2-d42dceaf52ae" providerId="ADAL" clId="{CD77D9A2-9B0B-4A7B-AD14-57463C3E2D4D}" dt="2026-09-17T11:50:41.020" v="859"/>
          <ac:spMkLst>
            <pc:docMk/>
            <pc:sldMk cId="0" sldId="259"/>
            <ac:spMk id="173" creationId="{BABB50F6-A4E8-9F61-3149-161306529705}"/>
          </ac:spMkLst>
        </pc:spChg>
        <pc:spChg chg="mod topLvl">
          <ac:chgData name="Rajat Srivastava" userId="88b9e446-0ca1-4402-b9c2-d42dceaf52ae" providerId="ADAL" clId="{CD77D9A2-9B0B-4A7B-AD14-57463C3E2D4D}" dt="2026-09-17T12:06:23.529" v="1229" actId="1036"/>
          <ac:spMkLst>
            <pc:docMk/>
            <pc:sldMk cId="0" sldId="259"/>
            <ac:spMk id="174" creationId="{D26FEEEB-8D65-A8D7-4821-CF0D026C24E9}"/>
          </ac:spMkLst>
        </pc:spChg>
        <pc:spChg chg="mod topLvl">
          <ac:chgData name="Rajat Srivastava" userId="88b9e446-0ca1-4402-b9c2-d42dceaf52ae" providerId="ADAL" clId="{CD77D9A2-9B0B-4A7B-AD14-57463C3E2D4D}" dt="2026-09-17T11:50:26.783" v="853"/>
          <ac:spMkLst>
            <pc:docMk/>
            <pc:sldMk cId="0" sldId="259"/>
            <ac:spMk id="177" creationId="{8A276E22-F2F6-724B-B48F-48B0912A4EEA}"/>
          </ac:spMkLst>
        </pc:spChg>
        <pc:spChg chg="mod topLvl">
          <ac:chgData name="Rajat Srivastava" userId="88b9e446-0ca1-4402-b9c2-d42dceaf52ae" providerId="ADAL" clId="{CD77D9A2-9B0B-4A7B-AD14-57463C3E2D4D}" dt="2026-09-17T12:06:23.529" v="1229" actId="1036"/>
          <ac:spMkLst>
            <pc:docMk/>
            <pc:sldMk cId="0" sldId="259"/>
            <ac:spMk id="178" creationId="{27484E8E-1EC2-2994-0FA5-EBA5D71A564F}"/>
          </ac:spMkLst>
        </pc:spChg>
        <pc:spChg chg="add mod">
          <ac:chgData name="Rajat Srivastava" userId="88b9e446-0ca1-4402-b9c2-d42dceaf52ae" providerId="ADAL" clId="{CD77D9A2-9B0B-4A7B-AD14-57463C3E2D4D}" dt="2026-09-17T11:45:03.302" v="815" actId="20577"/>
          <ac:spMkLst>
            <pc:docMk/>
            <pc:sldMk cId="0" sldId="259"/>
            <ac:spMk id="181" creationId="{100067D6-30FF-F0EE-C2E0-D695A80CD90C}"/>
          </ac:spMkLst>
        </pc:spChg>
        <pc:spChg chg="add mod">
          <ac:chgData name="Rajat Srivastava" userId="88b9e446-0ca1-4402-b9c2-d42dceaf52ae" providerId="ADAL" clId="{CD77D9A2-9B0B-4A7B-AD14-57463C3E2D4D}" dt="2026-09-17T11:44:13.438" v="645" actId="692"/>
          <ac:spMkLst>
            <pc:docMk/>
            <pc:sldMk cId="0" sldId="259"/>
            <ac:spMk id="184" creationId="{CF000879-B394-8E57-4EAC-259B71AB2F71}"/>
          </ac:spMkLst>
        </pc:spChg>
        <pc:spChg chg="add del mod">
          <ac:chgData name="Rajat Srivastava" userId="88b9e446-0ca1-4402-b9c2-d42dceaf52ae" providerId="ADAL" clId="{CD77D9A2-9B0B-4A7B-AD14-57463C3E2D4D}" dt="2026-09-17T11:48:34.602" v="834" actId="478"/>
          <ac:spMkLst>
            <pc:docMk/>
            <pc:sldMk cId="0" sldId="259"/>
            <ac:spMk id="186" creationId="{F7CBF086-E09D-1554-D6B9-CE5BD30EA60A}"/>
          </ac:spMkLst>
        </pc:spChg>
        <pc:spChg chg="add mod">
          <ac:chgData name="Rajat Srivastava" userId="88b9e446-0ca1-4402-b9c2-d42dceaf52ae" providerId="ADAL" clId="{CD77D9A2-9B0B-4A7B-AD14-57463C3E2D4D}" dt="2026-09-17T11:44:48.712" v="802" actId="1038"/>
          <ac:spMkLst>
            <pc:docMk/>
            <pc:sldMk cId="0" sldId="259"/>
            <ac:spMk id="188" creationId="{07A174DF-F1BE-775F-F31D-D1EE3DAD4FF2}"/>
          </ac:spMkLst>
        </pc:spChg>
        <pc:spChg chg="add del mod">
          <ac:chgData name="Rajat Srivastava" userId="88b9e446-0ca1-4402-b9c2-d42dceaf52ae" providerId="ADAL" clId="{CD77D9A2-9B0B-4A7B-AD14-57463C3E2D4D}" dt="2026-09-17T11:44:44.825" v="800" actId="478"/>
          <ac:spMkLst>
            <pc:docMk/>
            <pc:sldMk cId="0" sldId="259"/>
            <ac:spMk id="190" creationId="{46BBCE59-798C-0FA7-233B-BED1623C14E0}"/>
          </ac:spMkLst>
        </pc:spChg>
        <pc:spChg chg="add del mod">
          <ac:chgData name="Rajat Srivastava" userId="88b9e446-0ca1-4402-b9c2-d42dceaf52ae" providerId="ADAL" clId="{CD77D9A2-9B0B-4A7B-AD14-57463C3E2D4D}" dt="2026-09-17T12:10:20.084" v="1402" actId="478"/>
          <ac:spMkLst>
            <pc:docMk/>
            <pc:sldMk cId="0" sldId="259"/>
            <ac:spMk id="192" creationId="{7414C35B-C41C-AE81-2BCC-467B5FFB99F3}"/>
          </ac:spMkLst>
        </pc:spChg>
        <pc:spChg chg="add mod">
          <ac:chgData name="Rajat Srivastava" userId="88b9e446-0ca1-4402-b9c2-d42dceaf52ae" providerId="ADAL" clId="{CD77D9A2-9B0B-4A7B-AD14-57463C3E2D4D}" dt="2026-09-17T11:48:45.960" v="836" actId="1076"/>
          <ac:spMkLst>
            <pc:docMk/>
            <pc:sldMk cId="0" sldId="259"/>
            <ac:spMk id="194" creationId="{31B1F37A-13BB-5FB8-252F-016E3E9196A2}"/>
          </ac:spMkLst>
        </pc:spChg>
        <pc:spChg chg="add mod">
          <ac:chgData name="Rajat Srivastava" userId="88b9e446-0ca1-4402-b9c2-d42dceaf52ae" providerId="ADAL" clId="{CD77D9A2-9B0B-4A7B-AD14-57463C3E2D4D}" dt="2026-09-17T11:48:21.931" v="828" actId="1036"/>
          <ac:spMkLst>
            <pc:docMk/>
            <pc:sldMk cId="0" sldId="259"/>
            <ac:spMk id="196" creationId="{8EE087A0-D8D6-EA7C-B5EB-355A86F13071}"/>
          </ac:spMkLst>
        </pc:spChg>
        <pc:spChg chg="add mod">
          <ac:chgData name="Rajat Srivastava" userId="88b9e446-0ca1-4402-b9c2-d42dceaf52ae" providerId="ADAL" clId="{CD77D9A2-9B0B-4A7B-AD14-57463C3E2D4D}" dt="2026-09-17T11:48:21.931" v="828" actId="1036"/>
          <ac:spMkLst>
            <pc:docMk/>
            <pc:sldMk cId="0" sldId="259"/>
            <ac:spMk id="198" creationId="{BAF1054E-7261-8009-1330-797CF33E9160}"/>
          </ac:spMkLst>
        </pc:spChg>
        <pc:spChg chg="add mod">
          <ac:chgData name="Rajat Srivastava" userId="88b9e446-0ca1-4402-b9c2-d42dceaf52ae" providerId="ADAL" clId="{CD77D9A2-9B0B-4A7B-AD14-57463C3E2D4D}" dt="2026-09-17T11:48:21.931" v="828" actId="1036"/>
          <ac:spMkLst>
            <pc:docMk/>
            <pc:sldMk cId="0" sldId="259"/>
            <ac:spMk id="200" creationId="{AD5E0636-DC2B-0504-ED7B-3CB703ABD4D2}"/>
          </ac:spMkLst>
        </pc:spChg>
        <pc:spChg chg="del">
          <ac:chgData name="Rajat Srivastava" userId="88b9e446-0ca1-4402-b9c2-d42dceaf52ae" providerId="ADAL" clId="{CD77D9A2-9B0B-4A7B-AD14-57463C3E2D4D}" dt="2026-09-17T11:54:08.565" v="918" actId="478"/>
          <ac:spMkLst>
            <pc:docMk/>
            <pc:sldMk cId="0" sldId="259"/>
            <ac:spMk id="206" creationId="{85987177-7745-D8E2-196E-9EC8C90F1241}"/>
          </ac:spMkLst>
        </pc:spChg>
        <pc:spChg chg="add mod">
          <ac:chgData name="Rajat Srivastava" userId="88b9e446-0ca1-4402-b9c2-d42dceaf52ae" providerId="ADAL" clId="{CD77D9A2-9B0B-4A7B-AD14-57463C3E2D4D}" dt="2026-09-17T13:03:36.706" v="1453" actId="207"/>
          <ac:spMkLst>
            <pc:docMk/>
            <pc:sldMk cId="0" sldId="259"/>
            <ac:spMk id="208" creationId="{DD51040F-6DE8-2070-712D-887C4E85DD5A}"/>
          </ac:spMkLst>
        </pc:spChg>
        <pc:spChg chg="add mod">
          <ac:chgData name="Rajat Srivastava" userId="88b9e446-0ca1-4402-b9c2-d42dceaf52ae" providerId="ADAL" clId="{CD77D9A2-9B0B-4A7B-AD14-57463C3E2D4D}" dt="2026-09-17T12:05:51.014" v="1218" actId="1035"/>
          <ac:spMkLst>
            <pc:docMk/>
            <pc:sldMk cId="0" sldId="259"/>
            <ac:spMk id="212" creationId="{E7C27E7B-1E31-7C3A-F98A-1F52D621FC3C}"/>
          </ac:spMkLst>
        </pc:spChg>
        <pc:spChg chg="mod">
          <ac:chgData name="Rajat Srivastava" userId="88b9e446-0ca1-4402-b9c2-d42dceaf52ae" providerId="ADAL" clId="{CD77D9A2-9B0B-4A7B-AD14-57463C3E2D4D}" dt="2026-09-17T12:06:30.003" v="1230" actId="1035"/>
          <ac:spMkLst>
            <pc:docMk/>
            <pc:sldMk cId="0" sldId="259"/>
            <ac:spMk id="214" creationId="{1F8D6691-121D-B236-9A4D-6B2A52E1AE80}"/>
          </ac:spMkLst>
        </pc:spChg>
        <pc:spChg chg="add mod">
          <ac:chgData name="Rajat Srivastava" userId="88b9e446-0ca1-4402-b9c2-d42dceaf52ae" providerId="ADAL" clId="{CD77D9A2-9B0B-4A7B-AD14-57463C3E2D4D}" dt="2026-09-17T12:04:43.284" v="1163" actId="1037"/>
          <ac:spMkLst>
            <pc:docMk/>
            <pc:sldMk cId="0" sldId="259"/>
            <ac:spMk id="216" creationId="{4DCAF037-EF28-82EF-32C6-A55ED80D6352}"/>
          </ac:spMkLst>
        </pc:spChg>
        <pc:spChg chg="add mod">
          <ac:chgData name="Rajat Srivastava" userId="88b9e446-0ca1-4402-b9c2-d42dceaf52ae" providerId="ADAL" clId="{CD77D9A2-9B0B-4A7B-AD14-57463C3E2D4D}" dt="2026-09-17T13:03:36.706" v="1453" actId="207"/>
          <ac:spMkLst>
            <pc:docMk/>
            <pc:sldMk cId="0" sldId="259"/>
            <ac:spMk id="218" creationId="{CBFF1D5A-D0B6-DCC9-8C95-3CE83C0FAF53}"/>
          </ac:spMkLst>
        </pc:spChg>
        <pc:spChg chg="mod">
          <ac:chgData name="Rajat Srivastava" userId="88b9e446-0ca1-4402-b9c2-d42dceaf52ae" providerId="ADAL" clId="{CD77D9A2-9B0B-4A7B-AD14-57463C3E2D4D}" dt="2026-09-17T12:07:10.919" v="1241" actId="1036"/>
          <ac:spMkLst>
            <pc:docMk/>
            <pc:sldMk cId="0" sldId="259"/>
            <ac:spMk id="222" creationId="{3F5122F2-D69F-F158-4941-019E5ED2190E}"/>
          </ac:spMkLst>
        </pc:spChg>
        <pc:spChg chg="add mod">
          <ac:chgData name="Rajat Srivastava" userId="88b9e446-0ca1-4402-b9c2-d42dceaf52ae" providerId="ADAL" clId="{CD77D9A2-9B0B-4A7B-AD14-57463C3E2D4D}" dt="2026-09-17T12:07:10.919" v="1241" actId="1036"/>
          <ac:spMkLst>
            <pc:docMk/>
            <pc:sldMk cId="0" sldId="259"/>
            <ac:spMk id="224" creationId="{DC205C3B-9FF1-6CC8-3506-621F472C54A0}"/>
          </ac:spMkLst>
        </pc:spChg>
        <pc:spChg chg="add mod">
          <ac:chgData name="Rajat Srivastava" userId="88b9e446-0ca1-4402-b9c2-d42dceaf52ae" providerId="ADAL" clId="{CD77D9A2-9B0B-4A7B-AD14-57463C3E2D4D}" dt="2026-09-17T12:04:49.331" v="1169" actId="1037"/>
          <ac:spMkLst>
            <pc:docMk/>
            <pc:sldMk cId="0" sldId="259"/>
            <ac:spMk id="226" creationId="{EAEB3873-A005-E9B2-9798-F4C8608BD4C9}"/>
          </ac:spMkLst>
        </pc:spChg>
        <pc:spChg chg="add mod">
          <ac:chgData name="Rajat Srivastava" userId="88b9e446-0ca1-4402-b9c2-d42dceaf52ae" providerId="ADAL" clId="{CD77D9A2-9B0B-4A7B-AD14-57463C3E2D4D}" dt="2026-09-17T13:03:36.706" v="1453" actId="207"/>
          <ac:spMkLst>
            <pc:docMk/>
            <pc:sldMk cId="0" sldId="259"/>
            <ac:spMk id="228" creationId="{F771700A-7211-9212-8A38-C254E072962A}"/>
          </ac:spMkLst>
        </pc:spChg>
        <pc:spChg chg="add mod">
          <ac:chgData name="Rajat Srivastava" userId="88b9e446-0ca1-4402-b9c2-d42dceaf52ae" providerId="ADAL" clId="{CD77D9A2-9B0B-4A7B-AD14-57463C3E2D4D}" dt="2026-09-17T13:04:00.916" v="1455" actId="207"/>
          <ac:spMkLst>
            <pc:docMk/>
            <pc:sldMk cId="0" sldId="259"/>
            <ac:spMk id="232" creationId="{D3D28D78-29AB-D2D4-3796-F11B8EEF532F}"/>
          </ac:spMkLst>
        </pc:spChg>
        <pc:spChg chg="mod">
          <ac:chgData name="Rajat Srivastava" userId="88b9e446-0ca1-4402-b9c2-d42dceaf52ae" providerId="ADAL" clId="{CD77D9A2-9B0B-4A7B-AD14-57463C3E2D4D}" dt="2026-09-17T12:06:30.003" v="1230" actId="1035"/>
          <ac:spMkLst>
            <pc:docMk/>
            <pc:sldMk cId="0" sldId="259"/>
            <ac:spMk id="234" creationId="{8C23A588-64B0-C259-801A-B8F11DB7A617}"/>
          </ac:spMkLst>
        </pc:spChg>
        <pc:spChg chg="add del mod">
          <ac:chgData name="Rajat Srivastava" userId="88b9e446-0ca1-4402-b9c2-d42dceaf52ae" providerId="ADAL" clId="{CD77D9A2-9B0B-4A7B-AD14-57463C3E2D4D}" dt="2026-09-17T12:04:54.316" v="1172" actId="1037"/>
          <ac:spMkLst>
            <pc:docMk/>
            <pc:sldMk cId="0" sldId="259"/>
            <ac:spMk id="236" creationId="{F9137560-BFBF-6CE5-88AF-181A68BEDABB}"/>
          </ac:spMkLst>
        </pc:spChg>
        <pc:spChg chg="add mod">
          <ac:chgData name="Rajat Srivastava" userId="88b9e446-0ca1-4402-b9c2-d42dceaf52ae" providerId="ADAL" clId="{CD77D9A2-9B0B-4A7B-AD14-57463C3E2D4D}" dt="2026-09-17T13:03:36.706" v="1453" actId="207"/>
          <ac:spMkLst>
            <pc:docMk/>
            <pc:sldMk cId="0" sldId="259"/>
            <ac:spMk id="238" creationId="{17474733-F282-4C4C-9A78-158082324118}"/>
          </ac:spMkLst>
        </pc:spChg>
        <pc:spChg chg="mod">
          <ac:chgData name="Rajat Srivastava" userId="88b9e446-0ca1-4402-b9c2-d42dceaf52ae" providerId="ADAL" clId="{CD77D9A2-9B0B-4A7B-AD14-57463C3E2D4D}" dt="2026-09-17T12:05:51.014" v="1218" actId="1035"/>
          <ac:spMkLst>
            <pc:docMk/>
            <pc:sldMk cId="0" sldId="259"/>
            <ac:spMk id="242" creationId="{F532F71B-000B-DA7A-219B-75353C43063A}"/>
          </ac:spMkLst>
        </pc:spChg>
        <pc:spChg chg="mod">
          <ac:chgData name="Rajat Srivastava" userId="88b9e446-0ca1-4402-b9c2-d42dceaf52ae" providerId="ADAL" clId="{CD77D9A2-9B0B-4A7B-AD14-57463C3E2D4D}" dt="2026-09-17T12:06:30.003" v="1230" actId="1035"/>
          <ac:spMkLst>
            <pc:docMk/>
            <pc:sldMk cId="0" sldId="259"/>
            <ac:spMk id="244" creationId="{DD835776-37C7-4EA3-97B4-5F76298F6C9C}"/>
          </ac:spMkLst>
        </pc:spChg>
        <pc:spChg chg="del">
          <ac:chgData name="Rajat Srivastava" userId="88b9e446-0ca1-4402-b9c2-d42dceaf52ae" providerId="ADAL" clId="{CD77D9A2-9B0B-4A7B-AD14-57463C3E2D4D}" dt="2026-09-17T11:55:24.367" v="922" actId="478"/>
          <ac:spMkLst>
            <pc:docMk/>
            <pc:sldMk cId="0" sldId="259"/>
            <ac:spMk id="246" creationId="{90F7FD66-BBF1-6F30-496D-72EAC9768ECB}"/>
          </ac:spMkLst>
        </pc:spChg>
        <pc:spChg chg="add del mod">
          <ac:chgData name="Rajat Srivastava" userId="88b9e446-0ca1-4402-b9c2-d42dceaf52ae" providerId="ADAL" clId="{CD77D9A2-9B0B-4A7B-AD14-57463C3E2D4D}" dt="2026-09-17T11:52:00.918" v="875" actId="478"/>
          <ac:spMkLst>
            <pc:docMk/>
            <pc:sldMk cId="0" sldId="259"/>
            <ac:spMk id="247" creationId="{4F90CD85-DC78-A421-612E-2DEC48F31DAB}"/>
          </ac:spMkLst>
        </pc:spChg>
        <pc:spChg chg="add del mod">
          <ac:chgData name="Rajat Srivastava" userId="88b9e446-0ca1-4402-b9c2-d42dceaf52ae" providerId="ADAL" clId="{CD77D9A2-9B0B-4A7B-AD14-57463C3E2D4D}" dt="2026-09-17T11:58:51.182" v="949" actId="478"/>
          <ac:spMkLst>
            <pc:docMk/>
            <pc:sldMk cId="0" sldId="259"/>
            <ac:spMk id="255" creationId="{AFF76A87-F640-7A3E-D96E-FA2B571AE693}"/>
          </ac:spMkLst>
        </pc:spChg>
        <pc:spChg chg="add mod">
          <ac:chgData name="Rajat Srivastava" userId="88b9e446-0ca1-4402-b9c2-d42dceaf52ae" providerId="ADAL" clId="{CD77D9A2-9B0B-4A7B-AD14-57463C3E2D4D}" dt="2026-09-17T11:59:39.808" v="980" actId="164"/>
          <ac:spMkLst>
            <pc:docMk/>
            <pc:sldMk cId="0" sldId="259"/>
            <ac:spMk id="259" creationId="{4CD4AB71-0086-492D-8ECE-8EA20C9B9379}"/>
          </ac:spMkLst>
        </pc:spChg>
        <pc:spChg chg="add del mod">
          <ac:chgData name="Rajat Srivastava" userId="88b9e446-0ca1-4402-b9c2-d42dceaf52ae" providerId="ADAL" clId="{CD77D9A2-9B0B-4A7B-AD14-57463C3E2D4D}" dt="2026-09-17T11:59:22.249" v="979" actId="478"/>
          <ac:spMkLst>
            <pc:docMk/>
            <pc:sldMk cId="0" sldId="259"/>
            <ac:spMk id="263" creationId="{09CA838D-DF6B-C954-0303-4C2D3D592146}"/>
          </ac:spMkLst>
        </pc:spChg>
        <pc:spChg chg="del mod topLvl">
          <ac:chgData name="Rajat Srivastava" userId="88b9e446-0ca1-4402-b9c2-d42dceaf52ae" providerId="ADAL" clId="{CD77D9A2-9B0B-4A7B-AD14-57463C3E2D4D}" dt="2026-09-17T11:59:58.842" v="1003" actId="478"/>
          <ac:spMkLst>
            <pc:docMk/>
            <pc:sldMk cId="0" sldId="259"/>
            <ac:spMk id="268" creationId="{BF0E0235-5756-7237-3543-9A0C770109EA}"/>
          </ac:spMkLst>
        </pc:spChg>
        <pc:spChg chg="del mod topLvl">
          <ac:chgData name="Rajat Srivastava" userId="88b9e446-0ca1-4402-b9c2-d42dceaf52ae" providerId="ADAL" clId="{CD77D9A2-9B0B-4A7B-AD14-57463C3E2D4D}" dt="2026-09-17T12:01:39.103" v="1038" actId="478"/>
          <ac:spMkLst>
            <pc:docMk/>
            <pc:sldMk cId="0" sldId="259"/>
            <ac:spMk id="271" creationId="{90648325-D6EA-5DD4-A870-86441D6EF545}"/>
          </ac:spMkLst>
        </pc:spChg>
        <pc:spChg chg="add del mod">
          <ac:chgData name="Rajat Srivastava" userId="88b9e446-0ca1-4402-b9c2-d42dceaf52ae" providerId="ADAL" clId="{CD77D9A2-9B0B-4A7B-AD14-57463C3E2D4D}" dt="2026-09-17T12:07:39.091" v="1250" actId="478"/>
          <ac:spMkLst>
            <pc:docMk/>
            <pc:sldMk cId="0" sldId="259"/>
            <ac:spMk id="273" creationId="{194F5F26-05C1-5654-A98D-E1582C0FB363}"/>
          </ac:spMkLst>
        </pc:spChg>
        <pc:spChg chg="add mod">
          <ac:chgData name="Rajat Srivastava" userId="88b9e446-0ca1-4402-b9c2-d42dceaf52ae" providerId="ADAL" clId="{CD77D9A2-9B0B-4A7B-AD14-57463C3E2D4D}" dt="2026-09-17T12:10:14.608" v="1401" actId="1035"/>
          <ac:spMkLst>
            <pc:docMk/>
            <pc:sldMk cId="0" sldId="259"/>
            <ac:spMk id="275" creationId="{A77AF5DD-6F0C-26DC-1F70-FCD00270669D}"/>
          </ac:spMkLst>
        </pc:spChg>
        <pc:grpChg chg="add mod">
          <ac:chgData name="Rajat Srivastava" userId="88b9e446-0ca1-4402-b9c2-d42dceaf52ae" providerId="ADAL" clId="{CD77D9A2-9B0B-4A7B-AD14-57463C3E2D4D}" dt="2026-09-17T11:33:00.402" v="357" actId="1037"/>
          <ac:grpSpMkLst>
            <pc:docMk/>
            <pc:sldMk cId="0" sldId="259"/>
            <ac:grpSpMk id="109" creationId="{DDC5B408-A180-7656-8519-E2188516AE8C}"/>
          </ac:grpSpMkLst>
        </pc:grpChg>
        <pc:grpChg chg="add mod">
          <ac:chgData name="Rajat Srivastava" userId="88b9e446-0ca1-4402-b9c2-d42dceaf52ae" providerId="ADAL" clId="{CD77D9A2-9B0B-4A7B-AD14-57463C3E2D4D}" dt="2026-09-17T11:33:23.077" v="399" actId="1038"/>
          <ac:grpSpMkLst>
            <pc:docMk/>
            <pc:sldMk cId="0" sldId="259"/>
            <ac:grpSpMk id="112" creationId="{5DA4149E-5D34-5715-7E25-AF58F94C6858}"/>
          </ac:grpSpMkLst>
        </pc:grpChg>
        <pc:grpChg chg="add del mod">
          <ac:chgData name="Rajat Srivastava" userId="88b9e446-0ca1-4402-b9c2-d42dceaf52ae" providerId="ADAL" clId="{CD77D9A2-9B0B-4A7B-AD14-57463C3E2D4D}" dt="2026-09-17T11:35:53.615" v="434" actId="165"/>
          <ac:grpSpMkLst>
            <pc:docMk/>
            <pc:sldMk cId="0" sldId="259"/>
            <ac:grpSpMk id="113" creationId="{526174E2-B4F8-8305-6072-CA7B5D855CFD}"/>
          </ac:grpSpMkLst>
        </pc:grpChg>
        <pc:grpChg chg="del mod">
          <ac:chgData name="Rajat Srivastava" userId="88b9e446-0ca1-4402-b9c2-d42dceaf52ae" providerId="ADAL" clId="{CD77D9A2-9B0B-4A7B-AD14-57463C3E2D4D}" dt="2026-09-17T11:49:26.576" v="844" actId="165"/>
          <ac:grpSpMkLst>
            <pc:docMk/>
            <pc:sldMk cId="0" sldId="259"/>
            <ac:grpSpMk id="171" creationId="{FCE47081-B64D-3764-CAB1-C3B3C8F7AF68}"/>
          </ac:grpSpMkLst>
        </pc:grpChg>
        <pc:grpChg chg="del mod">
          <ac:chgData name="Rajat Srivastava" userId="88b9e446-0ca1-4402-b9c2-d42dceaf52ae" providerId="ADAL" clId="{CD77D9A2-9B0B-4A7B-AD14-57463C3E2D4D}" dt="2026-09-17T11:49:02.751" v="839" actId="165"/>
          <ac:grpSpMkLst>
            <pc:docMk/>
            <pc:sldMk cId="0" sldId="259"/>
            <ac:grpSpMk id="175" creationId="{0F7F51A9-D9AE-7C67-D887-A4FF4584F593}"/>
          </ac:grpSpMkLst>
        </pc:grpChg>
        <pc:grpChg chg="add del mod">
          <ac:chgData name="Rajat Srivastava" userId="88b9e446-0ca1-4402-b9c2-d42dceaf52ae" providerId="ADAL" clId="{CD77D9A2-9B0B-4A7B-AD14-57463C3E2D4D}" dt="2026-09-17T12:07:42.152" v="1251" actId="478"/>
          <ac:grpSpMkLst>
            <pc:docMk/>
            <pc:sldMk cId="0" sldId="259"/>
            <ac:grpSpMk id="266" creationId="{9CA25B3A-B832-9A7C-F5D8-60B49F12545F}"/>
          </ac:grpSpMkLst>
        </pc:grpChg>
        <pc:grpChg chg="add del mod">
          <ac:chgData name="Rajat Srivastava" userId="88b9e446-0ca1-4402-b9c2-d42dceaf52ae" providerId="ADAL" clId="{CD77D9A2-9B0B-4A7B-AD14-57463C3E2D4D}" dt="2026-09-17T11:59:56.904" v="1002" actId="165"/>
          <ac:grpSpMkLst>
            <pc:docMk/>
            <pc:sldMk cId="0" sldId="259"/>
            <ac:grpSpMk id="267" creationId="{7F93E9C4-97FC-F658-5A56-FF5F284FE12F}"/>
          </ac:grpSpMkLst>
        </pc:grpChg>
        <pc:grpChg chg="add del mod">
          <ac:chgData name="Rajat Srivastava" userId="88b9e446-0ca1-4402-b9c2-d42dceaf52ae" providerId="ADAL" clId="{CD77D9A2-9B0B-4A7B-AD14-57463C3E2D4D}" dt="2026-09-17T12:01:36.836" v="1037" actId="165"/>
          <ac:grpSpMkLst>
            <pc:docMk/>
            <pc:sldMk cId="0" sldId="259"/>
            <ac:grpSpMk id="270" creationId="{54F3FB5E-FEAD-C69E-0CD8-929A258EA76E}"/>
          </ac:grpSpMkLst>
        </pc:grpChg>
        <pc:picChg chg="mod">
          <ac:chgData name="Rajat Srivastava" userId="88b9e446-0ca1-4402-b9c2-d42dceaf52ae" providerId="ADAL" clId="{CD77D9A2-9B0B-4A7B-AD14-57463C3E2D4D}" dt="2026-09-17T11:25:40.212" v="231" actId="1038"/>
          <ac:picMkLst>
            <pc:docMk/>
            <pc:sldMk cId="0" sldId="259"/>
            <ac:picMk id="10" creationId="{00000000-0000-0000-0000-000000000000}"/>
          </ac:picMkLst>
        </pc:picChg>
        <pc:picChg chg="mod">
          <ac:chgData name="Rajat Srivastava" userId="88b9e446-0ca1-4402-b9c2-d42dceaf52ae" providerId="ADAL" clId="{CD77D9A2-9B0B-4A7B-AD14-57463C3E2D4D}" dt="2026-09-17T11:25:33.402" v="218" actId="1038"/>
          <ac:picMkLst>
            <pc:docMk/>
            <pc:sldMk cId="0" sldId="259"/>
            <ac:picMk id="15" creationId="{00000000-0000-0000-0000-000000000000}"/>
          </ac:picMkLst>
        </pc:picChg>
        <pc:picChg chg="mod">
          <ac:chgData name="Rajat Srivastava" userId="88b9e446-0ca1-4402-b9c2-d42dceaf52ae" providerId="ADAL" clId="{CD77D9A2-9B0B-4A7B-AD14-57463C3E2D4D}" dt="2026-09-17T11:25:27.388" v="196" actId="1038"/>
          <ac:picMkLst>
            <pc:docMk/>
            <pc:sldMk cId="0" sldId="259"/>
            <ac:picMk id="20" creationId="{00000000-0000-0000-0000-000000000000}"/>
          </ac:picMkLst>
        </pc:picChg>
        <pc:picChg chg="mod">
          <ac:chgData name="Rajat Srivastava" userId="88b9e446-0ca1-4402-b9c2-d42dceaf52ae" providerId="ADAL" clId="{CD77D9A2-9B0B-4A7B-AD14-57463C3E2D4D}" dt="2026-09-17T11:25:33.402" v="218" actId="1038"/>
          <ac:picMkLst>
            <pc:docMk/>
            <pc:sldMk cId="0" sldId="259"/>
            <ac:picMk id="30" creationId="{00000000-0000-0000-0000-000000000000}"/>
          </ac:picMkLst>
        </pc:picChg>
        <pc:picChg chg="mod">
          <ac:chgData name="Rajat Srivastava" userId="88b9e446-0ca1-4402-b9c2-d42dceaf52ae" providerId="ADAL" clId="{CD77D9A2-9B0B-4A7B-AD14-57463C3E2D4D}" dt="2026-09-17T11:25:27.388" v="196" actId="1038"/>
          <ac:picMkLst>
            <pc:docMk/>
            <pc:sldMk cId="0" sldId="259"/>
            <ac:picMk id="35" creationId="{00000000-0000-0000-0000-000000000000}"/>
          </ac:picMkLst>
        </pc:picChg>
        <pc:picChg chg="mod">
          <ac:chgData name="Rajat Srivastava" userId="88b9e446-0ca1-4402-b9c2-d42dceaf52ae" providerId="ADAL" clId="{CD77D9A2-9B0B-4A7B-AD14-57463C3E2D4D}" dt="2026-09-17T11:25:11.352" v="146" actId="1038"/>
          <ac:picMkLst>
            <pc:docMk/>
            <pc:sldMk cId="0" sldId="259"/>
            <ac:picMk id="40" creationId="{00000000-0000-0000-0000-000000000000}"/>
          </ac:picMkLst>
        </pc:picChg>
        <pc:picChg chg="mod">
          <ac:chgData name="Rajat Srivastava" userId="88b9e446-0ca1-4402-b9c2-d42dceaf52ae" providerId="ADAL" clId="{CD77D9A2-9B0B-4A7B-AD14-57463C3E2D4D}" dt="2026-09-17T11:30:13.293" v="268" actId="164"/>
          <ac:picMkLst>
            <pc:docMk/>
            <pc:sldMk cId="0" sldId="259"/>
            <ac:picMk id="84" creationId="{DBC3961F-F642-1D19-1995-06F28A286955}"/>
          </ac:picMkLst>
        </pc:picChg>
        <pc:picChg chg="add mod">
          <ac:chgData name="Rajat Srivastava" userId="88b9e446-0ca1-4402-b9c2-d42dceaf52ae" providerId="ADAL" clId="{CD77D9A2-9B0B-4A7B-AD14-57463C3E2D4D}" dt="2026-09-17T11:31:20.946" v="294" actId="164"/>
          <ac:picMkLst>
            <pc:docMk/>
            <pc:sldMk cId="0" sldId="259"/>
            <ac:picMk id="90" creationId="{E9762E20-50EE-836C-D8C9-6281D0E8911D}"/>
          </ac:picMkLst>
        </pc:picChg>
        <pc:picChg chg="mod topLvl">
          <ac:chgData name="Rajat Srivastava" userId="88b9e446-0ca1-4402-b9c2-d42dceaf52ae" providerId="ADAL" clId="{CD77D9A2-9B0B-4A7B-AD14-57463C3E2D4D}" dt="2026-09-17T11:52:12.431" v="901" actId="1038"/>
          <ac:picMkLst>
            <pc:docMk/>
            <pc:sldMk cId="0" sldId="259"/>
            <ac:picMk id="100" creationId="{431D2C5F-0ABC-9249-2623-EA3E07CC8D3B}"/>
          </ac:picMkLst>
        </pc:picChg>
        <pc:picChg chg="add del mod">
          <ac:chgData name="Rajat Srivastava" userId="88b9e446-0ca1-4402-b9c2-d42dceaf52ae" providerId="ADAL" clId="{CD77D9A2-9B0B-4A7B-AD14-57463C3E2D4D}" dt="2026-09-17T11:39:55.976" v="447" actId="478"/>
          <ac:picMkLst>
            <pc:docMk/>
            <pc:sldMk cId="0" sldId="259"/>
            <ac:picMk id="115" creationId="{2CEFC5B3-1315-6643-01A7-65982008C1A2}"/>
          </ac:picMkLst>
        </pc:picChg>
        <pc:picChg chg="add mod">
          <ac:chgData name="Rajat Srivastava" userId="88b9e446-0ca1-4402-b9c2-d42dceaf52ae" providerId="ADAL" clId="{CD77D9A2-9B0B-4A7B-AD14-57463C3E2D4D}" dt="2026-09-17T11:40:10.010" v="478" actId="14100"/>
          <ac:picMkLst>
            <pc:docMk/>
            <pc:sldMk cId="0" sldId="259"/>
            <ac:picMk id="117" creationId="{C5409B98-B42A-0041-0280-96CB08D9FABE}"/>
          </ac:picMkLst>
        </pc:picChg>
        <pc:picChg chg="add del mod">
          <ac:chgData name="Rajat Srivastava" userId="88b9e446-0ca1-4402-b9c2-d42dceaf52ae" providerId="ADAL" clId="{CD77D9A2-9B0B-4A7B-AD14-57463C3E2D4D}" dt="2026-09-17T11:40:44.347" v="482" actId="478"/>
          <ac:picMkLst>
            <pc:docMk/>
            <pc:sldMk cId="0" sldId="259"/>
            <ac:picMk id="121" creationId="{968DA841-9C5C-BE26-D6CA-D237912FA5B2}"/>
          </ac:picMkLst>
        </pc:picChg>
        <pc:picChg chg="add del mod">
          <ac:chgData name="Rajat Srivastava" userId="88b9e446-0ca1-4402-b9c2-d42dceaf52ae" providerId="ADAL" clId="{CD77D9A2-9B0B-4A7B-AD14-57463C3E2D4D}" dt="2026-09-17T11:40:44.347" v="482" actId="478"/>
          <ac:picMkLst>
            <pc:docMk/>
            <pc:sldMk cId="0" sldId="259"/>
            <ac:picMk id="127" creationId="{6222376F-D9B9-A58B-BADE-1FCDA79C3E30}"/>
          </ac:picMkLst>
        </pc:picChg>
        <pc:picChg chg="del">
          <ac:chgData name="Rajat Srivastava" userId="88b9e446-0ca1-4402-b9c2-d42dceaf52ae" providerId="ADAL" clId="{CD77D9A2-9B0B-4A7B-AD14-57463C3E2D4D}" dt="2026-09-17T11:48:56.610" v="838" actId="21"/>
          <ac:picMkLst>
            <pc:docMk/>
            <pc:sldMk cId="0" sldId="259"/>
            <ac:picMk id="139" creationId="{42B4474F-A371-C2D1-4F39-CD38D2B43E01}"/>
          </ac:picMkLst>
        </pc:picChg>
        <pc:picChg chg="del">
          <ac:chgData name="Rajat Srivastava" userId="88b9e446-0ca1-4402-b9c2-d42dceaf52ae" providerId="ADAL" clId="{CD77D9A2-9B0B-4A7B-AD14-57463C3E2D4D}" dt="2026-09-17T11:49:16.834" v="843" actId="21"/>
          <ac:picMkLst>
            <pc:docMk/>
            <pc:sldMk cId="0" sldId="259"/>
            <ac:picMk id="149" creationId="{C2BAB227-1843-86DB-CA8C-58BA45B034F7}"/>
          </ac:picMkLst>
        </pc:picChg>
        <pc:picChg chg="del">
          <ac:chgData name="Rajat Srivastava" userId="88b9e446-0ca1-4402-b9c2-d42dceaf52ae" providerId="ADAL" clId="{CD77D9A2-9B0B-4A7B-AD14-57463C3E2D4D}" dt="2026-09-17T11:50:49.102" v="862" actId="478"/>
          <ac:picMkLst>
            <pc:docMk/>
            <pc:sldMk cId="0" sldId="259"/>
            <ac:picMk id="157" creationId="{ADF9F8A3-D885-B676-9335-9F6013984284}"/>
          </ac:picMkLst>
        </pc:picChg>
        <pc:picChg chg="del">
          <ac:chgData name="Rajat Srivastava" userId="88b9e446-0ca1-4402-b9c2-d42dceaf52ae" providerId="ADAL" clId="{CD77D9A2-9B0B-4A7B-AD14-57463C3E2D4D}" dt="2026-09-17T11:41:04.503" v="486" actId="478"/>
          <ac:picMkLst>
            <pc:docMk/>
            <pc:sldMk cId="0" sldId="259"/>
            <ac:picMk id="161" creationId="{163678AB-53F0-2AD9-AA08-AF1EA4F6A25B}"/>
          </ac:picMkLst>
        </pc:picChg>
        <pc:picChg chg="del mod topLvl">
          <ac:chgData name="Rajat Srivastava" userId="88b9e446-0ca1-4402-b9c2-d42dceaf52ae" providerId="ADAL" clId="{CD77D9A2-9B0B-4A7B-AD14-57463C3E2D4D}" dt="2026-09-17T11:49:29.002" v="845" actId="478"/>
          <ac:picMkLst>
            <pc:docMk/>
            <pc:sldMk cId="0" sldId="259"/>
            <ac:picMk id="172" creationId="{014CA5E3-8ECB-6976-D802-82BFBB7DD887}"/>
          </ac:picMkLst>
        </pc:picChg>
        <pc:picChg chg="del mod topLvl">
          <ac:chgData name="Rajat Srivastava" userId="88b9e446-0ca1-4402-b9c2-d42dceaf52ae" providerId="ADAL" clId="{CD77D9A2-9B0B-4A7B-AD14-57463C3E2D4D}" dt="2026-09-17T11:49:05.787" v="840" actId="478"/>
          <ac:picMkLst>
            <pc:docMk/>
            <pc:sldMk cId="0" sldId="259"/>
            <ac:picMk id="176" creationId="{D9614EE7-E7AE-7C27-04F8-9885C543E989}"/>
          </ac:picMkLst>
        </pc:picChg>
        <pc:picChg chg="add mod">
          <ac:chgData name="Rajat Srivastava" userId="88b9e446-0ca1-4402-b9c2-d42dceaf52ae" providerId="ADAL" clId="{CD77D9A2-9B0B-4A7B-AD14-57463C3E2D4D}" dt="2026-09-17T11:41:33.552" v="490" actId="1076"/>
          <ac:picMkLst>
            <pc:docMk/>
            <pc:sldMk cId="0" sldId="259"/>
            <ac:picMk id="179" creationId="{08A2B058-EB11-318E-EE0D-978CC076A225}"/>
          </ac:picMkLst>
        </pc:picChg>
        <pc:picChg chg="add mod">
          <ac:chgData name="Rajat Srivastava" userId="88b9e446-0ca1-4402-b9c2-d42dceaf52ae" providerId="ADAL" clId="{CD77D9A2-9B0B-4A7B-AD14-57463C3E2D4D}" dt="2026-09-17T11:49:10.434" v="842" actId="1076"/>
          <ac:picMkLst>
            <pc:docMk/>
            <pc:sldMk cId="0" sldId="259"/>
            <ac:picMk id="202" creationId="{CFE62F11-BD0E-D135-8C9E-6487F68DF1DF}"/>
          </ac:picMkLst>
        </pc:picChg>
        <pc:picChg chg="add mod">
          <ac:chgData name="Rajat Srivastava" userId="88b9e446-0ca1-4402-b9c2-d42dceaf52ae" providerId="ADAL" clId="{CD77D9A2-9B0B-4A7B-AD14-57463C3E2D4D}" dt="2026-09-17T11:49:42.910" v="847" actId="1076"/>
          <ac:picMkLst>
            <pc:docMk/>
            <pc:sldMk cId="0" sldId="259"/>
            <ac:picMk id="204" creationId="{1BE8B54A-5BFE-BFB4-68DF-B5CA008737B8}"/>
          </ac:picMkLst>
        </pc:picChg>
        <pc:picChg chg="mod">
          <ac:chgData name="Rajat Srivastava" userId="88b9e446-0ca1-4402-b9c2-d42dceaf52ae" providerId="ADAL" clId="{CD77D9A2-9B0B-4A7B-AD14-57463C3E2D4D}" dt="2026-09-17T13:04:09.625" v="1456" actId="207"/>
          <ac:picMkLst>
            <pc:docMk/>
            <pc:sldMk cId="0" sldId="259"/>
            <ac:picMk id="210" creationId="{6CDC2323-B675-EDD6-69D5-28989D8574ED}"/>
          </ac:picMkLst>
        </pc:picChg>
        <pc:picChg chg="mod">
          <ac:chgData name="Rajat Srivastava" userId="88b9e446-0ca1-4402-b9c2-d42dceaf52ae" providerId="ADAL" clId="{CD77D9A2-9B0B-4A7B-AD14-57463C3E2D4D}" dt="2026-09-17T13:04:09.625" v="1456" actId="207"/>
          <ac:picMkLst>
            <pc:docMk/>
            <pc:sldMk cId="0" sldId="259"/>
            <ac:picMk id="220" creationId="{1A68AC62-1773-40E3-65B6-5A8775746DAB}"/>
          </ac:picMkLst>
        </pc:picChg>
        <pc:picChg chg="mod">
          <ac:chgData name="Rajat Srivastava" userId="88b9e446-0ca1-4402-b9c2-d42dceaf52ae" providerId="ADAL" clId="{CD77D9A2-9B0B-4A7B-AD14-57463C3E2D4D}" dt="2026-09-17T13:04:09.625" v="1456" actId="207"/>
          <ac:picMkLst>
            <pc:docMk/>
            <pc:sldMk cId="0" sldId="259"/>
            <ac:picMk id="230" creationId="{97DE9BB2-C0E3-58BC-4024-3FDFF5A62007}"/>
          </ac:picMkLst>
        </pc:picChg>
        <pc:picChg chg="mod">
          <ac:chgData name="Rajat Srivastava" userId="88b9e446-0ca1-4402-b9c2-d42dceaf52ae" providerId="ADAL" clId="{CD77D9A2-9B0B-4A7B-AD14-57463C3E2D4D}" dt="2026-09-17T13:04:09.625" v="1456" actId="207"/>
          <ac:picMkLst>
            <pc:docMk/>
            <pc:sldMk cId="0" sldId="259"/>
            <ac:picMk id="240" creationId="{212CB3B3-E8AF-65F5-2398-E0EC61C2DA0F}"/>
          </ac:picMkLst>
        </pc:picChg>
        <pc:picChg chg="add mod">
          <ac:chgData name="Rajat Srivastava" userId="88b9e446-0ca1-4402-b9c2-d42dceaf52ae" providerId="ADAL" clId="{CD77D9A2-9B0B-4A7B-AD14-57463C3E2D4D}" dt="2026-09-17T13:04:09.625" v="1456" actId="207"/>
          <ac:picMkLst>
            <pc:docMk/>
            <pc:sldMk cId="0" sldId="259"/>
            <ac:picMk id="249" creationId="{9E4F335F-45C7-E78F-96C5-AC90EC171462}"/>
          </ac:picMkLst>
        </pc:picChg>
        <pc:picChg chg="add del mod">
          <ac:chgData name="Rajat Srivastava" userId="88b9e446-0ca1-4402-b9c2-d42dceaf52ae" providerId="ADAL" clId="{CD77D9A2-9B0B-4A7B-AD14-57463C3E2D4D}" dt="2026-09-17T11:58:37.773" v="943" actId="478"/>
          <ac:picMkLst>
            <pc:docMk/>
            <pc:sldMk cId="0" sldId="259"/>
            <ac:picMk id="251" creationId="{4E7B18B3-6C16-CA5E-717E-C6CCC7B0DD84}"/>
          </ac:picMkLst>
        </pc:picChg>
        <pc:picChg chg="add del mod">
          <ac:chgData name="Rajat Srivastava" userId="88b9e446-0ca1-4402-b9c2-d42dceaf52ae" providerId="ADAL" clId="{CD77D9A2-9B0B-4A7B-AD14-57463C3E2D4D}" dt="2026-09-17T11:58:38.921" v="944" actId="478"/>
          <ac:picMkLst>
            <pc:docMk/>
            <pc:sldMk cId="0" sldId="259"/>
            <ac:picMk id="253" creationId="{B1143DF5-69F5-2BFD-BFB1-DBD86B5FAB8A}"/>
          </ac:picMkLst>
        </pc:picChg>
        <pc:picChg chg="add mod">
          <ac:chgData name="Rajat Srivastava" userId="88b9e446-0ca1-4402-b9c2-d42dceaf52ae" providerId="ADAL" clId="{CD77D9A2-9B0B-4A7B-AD14-57463C3E2D4D}" dt="2026-09-17T11:58:46.417" v="948" actId="1035"/>
          <ac:picMkLst>
            <pc:docMk/>
            <pc:sldMk cId="0" sldId="259"/>
            <ac:picMk id="257" creationId="{5BA92F13-D622-81B0-EDA6-7103BAB8DECC}"/>
          </ac:picMkLst>
        </pc:picChg>
        <pc:picChg chg="add mod">
          <ac:chgData name="Rajat Srivastava" userId="88b9e446-0ca1-4402-b9c2-d42dceaf52ae" providerId="ADAL" clId="{CD77D9A2-9B0B-4A7B-AD14-57463C3E2D4D}" dt="2026-09-17T11:59:39.808" v="980" actId="164"/>
          <ac:picMkLst>
            <pc:docMk/>
            <pc:sldMk cId="0" sldId="259"/>
            <ac:picMk id="261" creationId="{A1C13DA4-6C78-45D7-5CB1-A8C12A17F4DB}"/>
          </ac:picMkLst>
        </pc:picChg>
        <pc:picChg chg="add mod">
          <ac:chgData name="Rajat Srivastava" userId="88b9e446-0ca1-4402-b9c2-d42dceaf52ae" providerId="ADAL" clId="{CD77D9A2-9B0B-4A7B-AD14-57463C3E2D4D}" dt="2026-09-17T12:07:10.919" v="1241" actId="1036"/>
          <ac:picMkLst>
            <pc:docMk/>
            <pc:sldMk cId="0" sldId="259"/>
            <ac:picMk id="265" creationId="{D7E9DE7D-4621-F5CD-E187-AC2A7530013A}"/>
          </ac:picMkLst>
        </pc:picChg>
        <pc:picChg chg="mod topLvl">
          <ac:chgData name="Rajat Srivastava" userId="88b9e446-0ca1-4402-b9c2-d42dceaf52ae" providerId="ADAL" clId="{CD77D9A2-9B0B-4A7B-AD14-57463C3E2D4D}" dt="2026-09-17T11:59:56.904" v="1002" actId="165"/>
          <ac:picMkLst>
            <pc:docMk/>
            <pc:sldMk cId="0" sldId="259"/>
            <ac:picMk id="269" creationId="{69FDE004-6B78-EF08-FF96-E89219B47C2D}"/>
          </ac:picMkLst>
        </pc:picChg>
        <pc:picChg chg="mod topLvl">
          <ac:chgData name="Rajat Srivastava" userId="88b9e446-0ca1-4402-b9c2-d42dceaf52ae" providerId="ADAL" clId="{CD77D9A2-9B0B-4A7B-AD14-57463C3E2D4D}" dt="2026-09-17T12:04:59.476" v="1180" actId="1037"/>
          <ac:picMkLst>
            <pc:docMk/>
            <pc:sldMk cId="0" sldId="259"/>
            <ac:picMk id="272" creationId="{1F54EEF2-5DF2-DB30-2928-33E9537834F6}"/>
          </ac:picMkLst>
        </pc:picChg>
        <pc:cxnChg chg="add mod">
          <ac:chgData name="Rajat Srivastava" userId="88b9e446-0ca1-4402-b9c2-d42dceaf52ae" providerId="ADAL" clId="{CD77D9A2-9B0B-4A7B-AD14-57463C3E2D4D}" dt="2026-09-17T12:10:35.534" v="1437" actId="1036"/>
          <ac:cxnSpMkLst>
            <pc:docMk/>
            <pc:sldMk cId="0" sldId="259"/>
            <ac:cxnSpMk id="183" creationId="{73378337-D92E-0024-196D-0A0F3B45441C}"/>
          </ac:cxnSpMkLst>
        </pc:cxnChg>
      </pc:sldChg>
      <pc:sldChg chg="delSp modSp mod">
        <pc:chgData name="Rajat Srivastava" userId="88b9e446-0ca1-4402-b9c2-d42dceaf52ae" providerId="ADAL" clId="{CD77D9A2-9B0B-4A7B-AD14-57463C3E2D4D}" dt="2026-09-17T15:06:53.416" v="2102" actId="20577"/>
        <pc:sldMkLst>
          <pc:docMk/>
          <pc:sldMk cId="0" sldId="260"/>
        </pc:sldMkLst>
        <pc:spChg chg="mod">
          <ac:chgData name="Rajat Srivastava" userId="88b9e446-0ca1-4402-b9c2-d42dceaf52ae" providerId="ADAL" clId="{CD77D9A2-9B0B-4A7B-AD14-57463C3E2D4D}" dt="2026-09-17T15:06:53.416" v="2102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7:25.291" v="236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7:41.351" v="238" actId="207"/>
          <ac:spMkLst>
            <pc:docMk/>
            <pc:sldMk cId="0" sldId="260"/>
            <ac:spMk id="24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7:32.202" v="237" actId="207"/>
          <ac:spMkLst>
            <pc:docMk/>
            <pc:sldMk cId="0" sldId="260"/>
            <ac:spMk id="28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7:32.202" v="237" actId="207"/>
          <ac:spMkLst>
            <pc:docMk/>
            <pc:sldMk cId="0" sldId="260"/>
            <ac:spMk id="29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7:32.202" v="237" actId="207"/>
          <ac:spMkLst>
            <pc:docMk/>
            <pc:sldMk cId="0" sldId="260"/>
            <ac:spMk id="30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7:32.202" v="237" actId="207"/>
          <ac:spMkLst>
            <pc:docMk/>
            <pc:sldMk cId="0" sldId="260"/>
            <ac:spMk id="31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7:32.202" v="237" actId="207"/>
          <ac:spMkLst>
            <pc:docMk/>
            <pc:sldMk cId="0" sldId="260"/>
            <ac:spMk id="32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7:32.202" v="237" actId="207"/>
          <ac:spMkLst>
            <pc:docMk/>
            <pc:sldMk cId="0" sldId="260"/>
            <ac:spMk id="33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7:32.202" v="237" actId="207"/>
          <ac:spMkLst>
            <pc:docMk/>
            <pc:sldMk cId="0" sldId="260"/>
            <ac:spMk id="34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7:32.202" v="237" actId="207"/>
          <ac:spMkLst>
            <pc:docMk/>
            <pc:sldMk cId="0" sldId="260"/>
            <ac:spMk id="35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7:32.202" v="237" actId="207"/>
          <ac:spMkLst>
            <pc:docMk/>
            <pc:sldMk cId="0" sldId="260"/>
            <ac:spMk id="36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7:32.202" v="237" actId="207"/>
          <ac:spMkLst>
            <pc:docMk/>
            <pc:sldMk cId="0" sldId="260"/>
            <ac:spMk id="37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7:41.351" v="238" actId="207"/>
          <ac:spMkLst>
            <pc:docMk/>
            <pc:sldMk cId="0" sldId="260"/>
            <ac:spMk id="38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7:41.351" v="238" actId="207"/>
          <ac:spMkLst>
            <pc:docMk/>
            <pc:sldMk cId="0" sldId="260"/>
            <ac:spMk id="39" creationId="{00000000-0000-0000-0000-000000000000}"/>
          </ac:spMkLst>
        </pc:spChg>
        <pc:spChg chg="del">
          <ac:chgData name="Rajat Srivastava" userId="88b9e446-0ca1-4402-b9c2-d42dceaf52ae" providerId="ADAL" clId="{CD77D9A2-9B0B-4A7B-AD14-57463C3E2D4D}" dt="2026-09-17T11:27:44.902" v="239" actId="478"/>
          <ac:spMkLst>
            <pc:docMk/>
            <pc:sldMk cId="0" sldId="260"/>
            <ac:spMk id="40" creationId="{00000000-0000-0000-0000-000000000000}"/>
          </ac:spMkLst>
        </pc:spChg>
      </pc:sldChg>
      <pc:sldChg chg="modSp mod">
        <pc:chgData name="Rajat Srivastava" userId="88b9e446-0ca1-4402-b9c2-d42dceaf52ae" providerId="ADAL" clId="{CD77D9A2-9B0B-4A7B-AD14-57463C3E2D4D}" dt="2026-09-17T15:06:59.500" v="2104" actId="20577"/>
        <pc:sldMkLst>
          <pc:docMk/>
          <pc:sldMk cId="0" sldId="261"/>
        </pc:sldMkLst>
        <pc:spChg chg="mod">
          <ac:chgData name="Rajat Srivastava" userId="88b9e446-0ca1-4402-b9c2-d42dceaf52ae" providerId="ADAL" clId="{CD77D9A2-9B0B-4A7B-AD14-57463C3E2D4D}" dt="2026-09-17T15:06:59.500" v="2104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9:25.824" v="264" actId="403"/>
          <ac:spMkLst>
            <pc:docMk/>
            <pc:sldMk cId="0" sldId="261"/>
            <ac:spMk id="6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8:35.179" v="248" actId="207"/>
          <ac:spMkLst>
            <pc:docMk/>
            <pc:sldMk cId="0" sldId="261"/>
            <ac:spMk id="7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8:53.215" v="252" actId="403"/>
          <ac:spMkLst>
            <pc:docMk/>
            <pc:sldMk cId="0" sldId="261"/>
            <ac:spMk id="8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9:25.824" v="264" actId="403"/>
          <ac:spMkLst>
            <pc:docMk/>
            <pc:sldMk cId="0" sldId="261"/>
            <ac:spMk id="11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8:06.588" v="243" actId="403"/>
          <ac:spMkLst>
            <pc:docMk/>
            <pc:sldMk cId="0" sldId="261"/>
            <ac:spMk id="12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9:04.747" v="257" actId="113"/>
          <ac:spMkLst>
            <pc:docMk/>
            <pc:sldMk cId="0" sldId="261"/>
            <ac:spMk id="13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9:25.824" v="264" actId="403"/>
          <ac:spMkLst>
            <pc:docMk/>
            <pc:sldMk cId="0" sldId="261"/>
            <ac:spMk id="16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8:06.588" v="243" actId="403"/>
          <ac:spMkLst>
            <pc:docMk/>
            <pc:sldMk cId="0" sldId="261"/>
            <ac:spMk id="17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1:29:09.326" v="260" actId="403"/>
          <ac:spMkLst>
            <pc:docMk/>
            <pc:sldMk cId="0" sldId="261"/>
            <ac:spMk id="18" creationId="{00000000-0000-0000-0000-000000000000}"/>
          </ac:spMkLst>
        </pc:spChg>
      </pc:sldChg>
      <pc:sldChg chg="modSp mod">
        <pc:chgData name="Rajat Srivastava" userId="88b9e446-0ca1-4402-b9c2-d42dceaf52ae" providerId="ADAL" clId="{CD77D9A2-9B0B-4A7B-AD14-57463C3E2D4D}" dt="2026-09-17T15:07:38.386" v="2107" actId="403"/>
        <pc:sldMkLst>
          <pc:docMk/>
          <pc:sldMk cId="0" sldId="262"/>
        </pc:sldMkLst>
        <pc:spChg chg="mod">
          <ac:chgData name="Rajat Srivastava" userId="88b9e446-0ca1-4402-b9c2-d42dceaf52ae" providerId="ADAL" clId="{CD77D9A2-9B0B-4A7B-AD14-57463C3E2D4D}" dt="2026-09-17T15:07:23.879" v="2105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2:19:57.333" v="1446" actId="403"/>
          <ac:spMkLst>
            <pc:docMk/>
            <pc:sldMk cId="0" sldId="262"/>
            <ac:spMk id="6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2:19:57.333" v="1446" actId="403"/>
          <ac:spMkLst>
            <pc:docMk/>
            <pc:sldMk cId="0" sldId="262"/>
            <ac:spMk id="9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2:19:57.333" v="1446" actId="403"/>
          <ac:spMkLst>
            <pc:docMk/>
            <pc:sldMk cId="0" sldId="262"/>
            <ac:spMk id="12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5:07:38.386" v="2107" actId="403"/>
          <ac:spMkLst>
            <pc:docMk/>
            <pc:sldMk cId="0" sldId="262"/>
            <ac:spMk id="14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5:07:38.386" v="2107" actId="403"/>
          <ac:spMkLst>
            <pc:docMk/>
            <pc:sldMk cId="0" sldId="262"/>
            <ac:spMk id="15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5:07:38.386" v="2107" actId="403"/>
          <ac:spMkLst>
            <pc:docMk/>
            <pc:sldMk cId="0" sldId="262"/>
            <ac:spMk id="16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5:07:38.386" v="2107" actId="403"/>
          <ac:spMkLst>
            <pc:docMk/>
            <pc:sldMk cId="0" sldId="262"/>
            <ac:spMk id="17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5:07:38.386" v="2107" actId="403"/>
          <ac:spMkLst>
            <pc:docMk/>
            <pc:sldMk cId="0" sldId="262"/>
            <ac:spMk id="18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5:07:38.386" v="2107" actId="403"/>
          <ac:spMkLst>
            <pc:docMk/>
            <pc:sldMk cId="0" sldId="262"/>
            <ac:spMk id="19" creationId="{00000000-0000-0000-0000-000000000000}"/>
          </ac:spMkLst>
        </pc:spChg>
        <pc:spChg chg="mod">
          <ac:chgData name="Rajat Srivastava" userId="88b9e446-0ca1-4402-b9c2-d42dceaf52ae" providerId="ADAL" clId="{CD77D9A2-9B0B-4A7B-AD14-57463C3E2D4D}" dt="2026-09-17T15:07:38.386" v="2107" actId="403"/>
          <ac:spMkLst>
            <pc:docMk/>
            <pc:sldMk cId="0" sldId="262"/>
            <ac:spMk id="20" creationId="{00000000-0000-0000-0000-000000000000}"/>
          </ac:spMkLst>
        </pc:spChg>
      </pc:sldChg>
      <pc:sldChg chg="addSp delSp modSp add mod">
        <pc:chgData name="Rajat Srivastava" userId="88b9e446-0ca1-4402-b9c2-d42dceaf52ae" providerId="ADAL" clId="{CD77D9A2-9B0B-4A7B-AD14-57463C3E2D4D}" dt="2026-09-17T15:06:22.666" v="2100" actId="20577"/>
        <pc:sldMkLst>
          <pc:docMk/>
          <pc:sldMk cId="4030126132" sldId="263"/>
        </pc:sldMkLst>
        <pc:spChg chg="mod">
          <ac:chgData name="Rajat Srivastava" userId="88b9e446-0ca1-4402-b9c2-d42dceaf52ae" providerId="ADAL" clId="{CD77D9A2-9B0B-4A7B-AD14-57463C3E2D4D}" dt="2026-09-17T14:48:58.159" v="1567"/>
          <ac:spMkLst>
            <pc:docMk/>
            <pc:sldMk cId="4030126132" sldId="263"/>
            <ac:spMk id="2" creationId="{C31DE460-3032-FC9E-4A30-EA47086D8365}"/>
          </ac:spMkLst>
        </pc:spChg>
        <pc:spChg chg="mod">
          <ac:chgData name="Rajat Srivastava" userId="88b9e446-0ca1-4402-b9c2-d42dceaf52ae" providerId="ADAL" clId="{CD77D9A2-9B0B-4A7B-AD14-57463C3E2D4D}" dt="2026-09-17T14:59:31.200" v="1797" actId="1076"/>
          <ac:spMkLst>
            <pc:docMk/>
            <pc:sldMk cId="4030126132" sldId="263"/>
            <ac:spMk id="3" creationId="{A74A5316-A5E8-348A-D424-79D0C73721E4}"/>
          </ac:spMkLst>
        </pc:spChg>
        <pc:spChg chg="add del">
          <ac:chgData name="Rajat Srivastava" userId="88b9e446-0ca1-4402-b9c2-d42dceaf52ae" providerId="ADAL" clId="{CD77D9A2-9B0B-4A7B-AD14-57463C3E2D4D}" dt="2026-09-17T12:50:42.634" v="1450" actId="478"/>
          <ac:spMkLst>
            <pc:docMk/>
            <pc:sldMk cId="4030126132" sldId="263"/>
            <ac:spMk id="4" creationId="{D2DA5D8C-F217-C5F4-9A50-E83DA257F100}"/>
          </ac:spMkLst>
        </pc:spChg>
        <pc:spChg chg="add del">
          <ac:chgData name="Rajat Srivastava" userId="88b9e446-0ca1-4402-b9c2-d42dceaf52ae" providerId="ADAL" clId="{CD77D9A2-9B0B-4A7B-AD14-57463C3E2D4D}" dt="2026-09-17T12:50:42.634" v="1450" actId="478"/>
          <ac:spMkLst>
            <pc:docMk/>
            <pc:sldMk cId="4030126132" sldId="263"/>
            <ac:spMk id="11" creationId="{B141268A-8188-BE69-0619-53EB07E2509B}"/>
          </ac:spMkLst>
        </pc:spChg>
        <pc:spChg chg="del">
          <ac:chgData name="Rajat Srivastava" userId="88b9e446-0ca1-4402-b9c2-d42dceaf52ae" providerId="ADAL" clId="{CD77D9A2-9B0B-4A7B-AD14-57463C3E2D4D}" dt="2026-09-17T12:50:42.634" v="1450" actId="478"/>
          <ac:spMkLst>
            <pc:docMk/>
            <pc:sldMk cId="4030126132" sldId="263"/>
            <ac:spMk id="12" creationId="{4BAAA7A0-097B-B08E-A839-EA96EA9783A1}"/>
          </ac:spMkLst>
        </pc:spChg>
        <pc:spChg chg="add del">
          <ac:chgData name="Rajat Srivastava" userId="88b9e446-0ca1-4402-b9c2-d42dceaf52ae" providerId="ADAL" clId="{CD77D9A2-9B0B-4A7B-AD14-57463C3E2D4D}" dt="2026-09-17T12:50:42.634" v="1450" actId="478"/>
          <ac:spMkLst>
            <pc:docMk/>
            <pc:sldMk cId="4030126132" sldId="263"/>
            <ac:spMk id="13" creationId="{5635CCDD-848C-3A83-BE06-485627DD8A9F}"/>
          </ac:spMkLst>
        </pc:spChg>
        <pc:spChg chg="add del">
          <ac:chgData name="Rajat Srivastava" userId="88b9e446-0ca1-4402-b9c2-d42dceaf52ae" providerId="ADAL" clId="{CD77D9A2-9B0B-4A7B-AD14-57463C3E2D4D}" dt="2026-09-17T12:50:42.634" v="1450" actId="478"/>
          <ac:spMkLst>
            <pc:docMk/>
            <pc:sldMk cId="4030126132" sldId="263"/>
            <ac:spMk id="16" creationId="{66226EDC-7634-5CBD-EAF6-99E9EF2B0E29}"/>
          </ac:spMkLst>
        </pc:spChg>
        <pc:spChg chg="add del">
          <ac:chgData name="Rajat Srivastava" userId="88b9e446-0ca1-4402-b9c2-d42dceaf52ae" providerId="ADAL" clId="{CD77D9A2-9B0B-4A7B-AD14-57463C3E2D4D}" dt="2026-09-17T12:50:42.634" v="1450" actId="478"/>
          <ac:spMkLst>
            <pc:docMk/>
            <pc:sldMk cId="4030126132" sldId="263"/>
            <ac:spMk id="27" creationId="{ADDFB023-55E5-5CB2-8774-605CFF96594B}"/>
          </ac:spMkLst>
        </pc:spChg>
        <pc:spChg chg="add del">
          <ac:chgData name="Rajat Srivastava" userId="88b9e446-0ca1-4402-b9c2-d42dceaf52ae" providerId="ADAL" clId="{CD77D9A2-9B0B-4A7B-AD14-57463C3E2D4D}" dt="2026-09-17T12:50:42.634" v="1450" actId="478"/>
          <ac:spMkLst>
            <pc:docMk/>
            <pc:sldMk cId="4030126132" sldId="263"/>
            <ac:spMk id="28" creationId="{D7D8CBF3-5867-8306-0A6A-B5283F5E74D2}"/>
          </ac:spMkLst>
        </pc:spChg>
        <pc:spChg chg="add del">
          <ac:chgData name="Rajat Srivastava" userId="88b9e446-0ca1-4402-b9c2-d42dceaf52ae" providerId="ADAL" clId="{CD77D9A2-9B0B-4A7B-AD14-57463C3E2D4D}" dt="2026-09-17T12:50:42.634" v="1450" actId="478"/>
          <ac:spMkLst>
            <pc:docMk/>
            <pc:sldMk cId="4030126132" sldId="263"/>
            <ac:spMk id="34" creationId="{89B054AB-8097-B7B1-B4EB-B2AE7880FB65}"/>
          </ac:spMkLst>
        </pc:spChg>
        <pc:spChg chg="add del">
          <ac:chgData name="Rajat Srivastava" userId="88b9e446-0ca1-4402-b9c2-d42dceaf52ae" providerId="ADAL" clId="{CD77D9A2-9B0B-4A7B-AD14-57463C3E2D4D}" dt="2026-09-17T12:50:42.634" v="1450" actId="478"/>
          <ac:spMkLst>
            <pc:docMk/>
            <pc:sldMk cId="4030126132" sldId="263"/>
            <ac:spMk id="37" creationId="{24DE063B-1C4E-B124-3883-5DA508C778B4}"/>
          </ac:spMkLst>
        </pc:spChg>
        <pc:spChg chg="add">
          <ac:chgData name="Rajat Srivastava" userId="88b9e446-0ca1-4402-b9c2-d42dceaf52ae" providerId="ADAL" clId="{CD77D9A2-9B0B-4A7B-AD14-57463C3E2D4D}" dt="2026-09-17T12:50:38.078" v="1449" actId="478"/>
          <ac:spMkLst>
            <pc:docMk/>
            <pc:sldMk cId="4030126132" sldId="263"/>
            <ac:spMk id="39" creationId="{7388D1BB-750F-2742-1FF0-E93B5A6521D8}"/>
          </ac:spMkLst>
        </pc:spChg>
        <pc:spChg chg="add del">
          <ac:chgData name="Rajat Srivastava" userId="88b9e446-0ca1-4402-b9c2-d42dceaf52ae" providerId="ADAL" clId="{CD77D9A2-9B0B-4A7B-AD14-57463C3E2D4D}" dt="2026-09-17T12:50:42.634" v="1450" actId="478"/>
          <ac:spMkLst>
            <pc:docMk/>
            <pc:sldMk cId="4030126132" sldId="263"/>
            <ac:spMk id="46" creationId="{5B723722-53CE-1E61-51BA-C6BECA6BF8C3}"/>
          </ac:spMkLst>
        </pc:spChg>
        <pc:spChg chg="del">
          <ac:chgData name="Rajat Srivastava" userId="88b9e446-0ca1-4402-b9c2-d42dceaf52ae" providerId="ADAL" clId="{CD77D9A2-9B0B-4A7B-AD14-57463C3E2D4D}" dt="2026-09-17T14:59:40.160" v="1799" actId="478"/>
          <ac:spMkLst>
            <pc:docMk/>
            <pc:sldMk cId="4030126132" sldId="263"/>
            <ac:spMk id="49" creationId="{57F79D82-3107-005D-2D6A-8BEBCDB5F311}"/>
          </ac:spMkLst>
        </pc:spChg>
        <pc:spChg chg="del">
          <ac:chgData name="Rajat Srivastava" userId="88b9e446-0ca1-4402-b9c2-d42dceaf52ae" providerId="ADAL" clId="{CD77D9A2-9B0B-4A7B-AD14-57463C3E2D4D}" dt="2026-09-17T14:59:40.160" v="1799" actId="478"/>
          <ac:spMkLst>
            <pc:docMk/>
            <pc:sldMk cId="4030126132" sldId="263"/>
            <ac:spMk id="51" creationId="{1BAA7F4F-0A1C-CE43-C220-14C56FF8CE2A}"/>
          </ac:spMkLst>
        </pc:spChg>
        <pc:spChg chg="del">
          <ac:chgData name="Rajat Srivastava" userId="88b9e446-0ca1-4402-b9c2-d42dceaf52ae" providerId="ADAL" clId="{CD77D9A2-9B0B-4A7B-AD14-57463C3E2D4D}" dt="2026-09-17T14:59:40.160" v="1799" actId="478"/>
          <ac:spMkLst>
            <pc:docMk/>
            <pc:sldMk cId="4030126132" sldId="263"/>
            <ac:spMk id="52" creationId="{C94585A1-C38E-5726-A9E2-67F68720600F}"/>
          </ac:spMkLst>
        </pc:spChg>
        <pc:spChg chg="del mod">
          <ac:chgData name="Rajat Srivastava" userId="88b9e446-0ca1-4402-b9c2-d42dceaf52ae" providerId="ADAL" clId="{CD77D9A2-9B0B-4A7B-AD14-57463C3E2D4D}" dt="2026-09-17T14:55:19.450" v="1717" actId="478"/>
          <ac:spMkLst>
            <pc:docMk/>
            <pc:sldMk cId="4030126132" sldId="263"/>
            <ac:spMk id="53" creationId="{6EDA5CA3-8C06-F8E4-6A50-54D6B19C3E6D}"/>
          </ac:spMkLst>
        </pc:spChg>
        <pc:spChg chg="mod">
          <ac:chgData name="Rajat Srivastava" userId="88b9e446-0ca1-4402-b9c2-d42dceaf52ae" providerId="ADAL" clId="{CD77D9A2-9B0B-4A7B-AD14-57463C3E2D4D}" dt="2026-09-17T15:05:07.066" v="2075" actId="1038"/>
          <ac:spMkLst>
            <pc:docMk/>
            <pc:sldMk cId="4030126132" sldId="263"/>
            <ac:spMk id="54" creationId="{2F668A4D-A5D2-9690-035F-13610309BD5B}"/>
          </ac:spMkLst>
        </pc:spChg>
        <pc:spChg chg="mod">
          <ac:chgData name="Rajat Srivastava" userId="88b9e446-0ca1-4402-b9c2-d42dceaf52ae" providerId="ADAL" clId="{CD77D9A2-9B0B-4A7B-AD14-57463C3E2D4D}" dt="2026-09-17T15:02:42.519" v="1896" actId="1035"/>
          <ac:spMkLst>
            <pc:docMk/>
            <pc:sldMk cId="4030126132" sldId="263"/>
            <ac:spMk id="55" creationId="{AAF74353-A10D-6193-D10D-33B5CCEDF391}"/>
          </ac:spMkLst>
        </pc:spChg>
        <pc:spChg chg="mod">
          <ac:chgData name="Rajat Srivastava" userId="88b9e446-0ca1-4402-b9c2-d42dceaf52ae" providerId="ADAL" clId="{CD77D9A2-9B0B-4A7B-AD14-57463C3E2D4D}" dt="2026-09-17T15:05:07.066" v="2075" actId="1038"/>
          <ac:spMkLst>
            <pc:docMk/>
            <pc:sldMk cId="4030126132" sldId="263"/>
            <ac:spMk id="56" creationId="{3B88E0FD-72F3-2BB8-E9AA-EA3180A3CDD1}"/>
          </ac:spMkLst>
        </pc:spChg>
        <pc:spChg chg="del mod">
          <ac:chgData name="Rajat Srivastava" userId="88b9e446-0ca1-4402-b9c2-d42dceaf52ae" providerId="ADAL" clId="{CD77D9A2-9B0B-4A7B-AD14-57463C3E2D4D}" dt="2026-09-17T14:59:34.415" v="1798" actId="478"/>
          <ac:spMkLst>
            <pc:docMk/>
            <pc:sldMk cId="4030126132" sldId="263"/>
            <ac:spMk id="57" creationId="{3AF4B19A-38F9-AC95-068B-27D7C68CF170}"/>
          </ac:spMkLst>
        </pc:spChg>
        <pc:spChg chg="del mod">
          <ac:chgData name="Rajat Srivastava" userId="88b9e446-0ca1-4402-b9c2-d42dceaf52ae" providerId="ADAL" clId="{CD77D9A2-9B0B-4A7B-AD14-57463C3E2D4D}" dt="2026-09-17T14:59:34.415" v="1798" actId="478"/>
          <ac:spMkLst>
            <pc:docMk/>
            <pc:sldMk cId="4030126132" sldId="263"/>
            <ac:spMk id="59" creationId="{8E56AAFD-F125-3CF5-95EE-1804FA982273}"/>
          </ac:spMkLst>
        </pc:spChg>
        <pc:spChg chg="del mod">
          <ac:chgData name="Rajat Srivastava" userId="88b9e446-0ca1-4402-b9c2-d42dceaf52ae" providerId="ADAL" clId="{CD77D9A2-9B0B-4A7B-AD14-57463C3E2D4D}" dt="2026-09-17T14:59:34.415" v="1798" actId="478"/>
          <ac:spMkLst>
            <pc:docMk/>
            <pc:sldMk cId="4030126132" sldId="263"/>
            <ac:spMk id="60" creationId="{F90706CB-2D9C-7C88-B295-3CFD4BA7FBE6}"/>
          </ac:spMkLst>
        </pc:spChg>
        <pc:spChg chg="del mod">
          <ac:chgData name="Rajat Srivastava" userId="88b9e446-0ca1-4402-b9c2-d42dceaf52ae" providerId="ADAL" clId="{CD77D9A2-9B0B-4A7B-AD14-57463C3E2D4D}" dt="2026-09-17T14:59:34.415" v="1798" actId="478"/>
          <ac:spMkLst>
            <pc:docMk/>
            <pc:sldMk cId="4030126132" sldId="263"/>
            <ac:spMk id="61" creationId="{EED1E210-05FC-D857-7879-46F4C44E93B8}"/>
          </ac:spMkLst>
        </pc:spChg>
        <pc:spChg chg="del mod">
          <ac:chgData name="Rajat Srivastava" userId="88b9e446-0ca1-4402-b9c2-d42dceaf52ae" providerId="ADAL" clId="{CD77D9A2-9B0B-4A7B-AD14-57463C3E2D4D}" dt="2026-09-17T14:59:34.415" v="1798" actId="478"/>
          <ac:spMkLst>
            <pc:docMk/>
            <pc:sldMk cId="4030126132" sldId="263"/>
            <ac:spMk id="63" creationId="{1F7000C4-AC38-16F3-C83E-0EC0A92CC00A}"/>
          </ac:spMkLst>
        </pc:spChg>
        <pc:spChg chg="del mod">
          <ac:chgData name="Rajat Srivastava" userId="88b9e446-0ca1-4402-b9c2-d42dceaf52ae" providerId="ADAL" clId="{CD77D9A2-9B0B-4A7B-AD14-57463C3E2D4D}" dt="2026-09-17T14:59:34.415" v="1798" actId="478"/>
          <ac:spMkLst>
            <pc:docMk/>
            <pc:sldMk cId="4030126132" sldId="263"/>
            <ac:spMk id="64" creationId="{A81D3952-AA20-3292-8125-7D608BD8984D}"/>
          </ac:spMkLst>
        </pc:spChg>
        <pc:spChg chg="del mod">
          <ac:chgData name="Rajat Srivastava" userId="88b9e446-0ca1-4402-b9c2-d42dceaf52ae" providerId="ADAL" clId="{CD77D9A2-9B0B-4A7B-AD14-57463C3E2D4D}" dt="2026-09-17T15:02:10.871" v="1883" actId="478"/>
          <ac:spMkLst>
            <pc:docMk/>
            <pc:sldMk cId="4030126132" sldId="263"/>
            <ac:spMk id="65" creationId="{9638CFA6-1663-4E93-A791-2DCF172CF8C3}"/>
          </ac:spMkLst>
        </pc:spChg>
        <pc:spChg chg="mod">
          <ac:chgData name="Rajat Srivastava" userId="88b9e446-0ca1-4402-b9c2-d42dceaf52ae" providerId="ADAL" clId="{CD77D9A2-9B0B-4A7B-AD14-57463C3E2D4D}" dt="2026-09-17T15:05:07.066" v="2075" actId="1038"/>
          <ac:spMkLst>
            <pc:docMk/>
            <pc:sldMk cId="4030126132" sldId="263"/>
            <ac:spMk id="66" creationId="{FD32563A-0A57-80FE-097C-65E08F7914D2}"/>
          </ac:spMkLst>
        </pc:spChg>
        <pc:spChg chg="mod">
          <ac:chgData name="Rajat Srivastava" userId="88b9e446-0ca1-4402-b9c2-d42dceaf52ae" providerId="ADAL" clId="{CD77D9A2-9B0B-4A7B-AD14-57463C3E2D4D}" dt="2026-09-17T15:05:07.066" v="2075" actId="1038"/>
          <ac:spMkLst>
            <pc:docMk/>
            <pc:sldMk cId="4030126132" sldId="263"/>
            <ac:spMk id="67" creationId="{8C3E86A3-15E6-2D7E-199D-C5E39AB00BBC}"/>
          </ac:spMkLst>
        </pc:spChg>
        <pc:spChg chg="del mod">
          <ac:chgData name="Rajat Srivastava" userId="88b9e446-0ca1-4402-b9c2-d42dceaf52ae" providerId="ADAL" clId="{CD77D9A2-9B0B-4A7B-AD14-57463C3E2D4D}" dt="2026-09-17T15:03:03.826" v="1903" actId="478"/>
          <ac:spMkLst>
            <pc:docMk/>
            <pc:sldMk cId="4030126132" sldId="263"/>
            <ac:spMk id="68" creationId="{3ABAE3FF-36C1-E6CF-C660-2A092D31F184}"/>
          </ac:spMkLst>
        </pc:spChg>
        <pc:spChg chg="del">
          <ac:chgData name="Rajat Srivastava" userId="88b9e446-0ca1-4402-b9c2-d42dceaf52ae" providerId="ADAL" clId="{CD77D9A2-9B0B-4A7B-AD14-57463C3E2D4D}" dt="2026-09-17T15:01:17.931" v="1834" actId="478"/>
          <ac:spMkLst>
            <pc:docMk/>
            <pc:sldMk cId="4030126132" sldId="263"/>
            <ac:spMk id="69" creationId="{CD35F743-AA00-37BF-830A-497D0F65C743}"/>
          </ac:spMkLst>
        </pc:spChg>
        <pc:spChg chg="del">
          <ac:chgData name="Rajat Srivastava" userId="88b9e446-0ca1-4402-b9c2-d42dceaf52ae" providerId="ADAL" clId="{CD77D9A2-9B0B-4A7B-AD14-57463C3E2D4D}" dt="2026-09-17T15:01:17.042" v="1833" actId="478"/>
          <ac:spMkLst>
            <pc:docMk/>
            <pc:sldMk cId="4030126132" sldId="263"/>
            <ac:spMk id="71" creationId="{08F38AF5-0CA3-19C1-820F-9004DD578791}"/>
          </ac:spMkLst>
        </pc:spChg>
        <pc:spChg chg="del">
          <ac:chgData name="Rajat Srivastava" userId="88b9e446-0ca1-4402-b9c2-d42dceaf52ae" providerId="ADAL" clId="{CD77D9A2-9B0B-4A7B-AD14-57463C3E2D4D}" dt="2026-09-17T15:01:17.042" v="1833" actId="478"/>
          <ac:spMkLst>
            <pc:docMk/>
            <pc:sldMk cId="4030126132" sldId="263"/>
            <ac:spMk id="72" creationId="{8087EEEA-8A11-84CB-A9E9-B044BE8DF88F}"/>
          </ac:spMkLst>
        </pc:spChg>
        <pc:spChg chg="del">
          <ac:chgData name="Rajat Srivastava" userId="88b9e446-0ca1-4402-b9c2-d42dceaf52ae" providerId="ADAL" clId="{CD77D9A2-9B0B-4A7B-AD14-57463C3E2D4D}" dt="2026-09-17T15:01:22.600" v="1835" actId="478"/>
          <ac:spMkLst>
            <pc:docMk/>
            <pc:sldMk cId="4030126132" sldId="263"/>
            <ac:spMk id="73" creationId="{CCA6BD58-A056-4795-9A13-45A754E2141F}"/>
          </ac:spMkLst>
        </pc:spChg>
        <pc:spChg chg="del">
          <ac:chgData name="Rajat Srivastava" userId="88b9e446-0ca1-4402-b9c2-d42dceaf52ae" providerId="ADAL" clId="{CD77D9A2-9B0B-4A7B-AD14-57463C3E2D4D}" dt="2026-09-17T15:01:22.600" v="1835" actId="478"/>
          <ac:spMkLst>
            <pc:docMk/>
            <pc:sldMk cId="4030126132" sldId="263"/>
            <ac:spMk id="74" creationId="{31073B46-573A-9BB9-99FA-E178D21213AF}"/>
          </ac:spMkLst>
        </pc:spChg>
        <pc:spChg chg="del">
          <ac:chgData name="Rajat Srivastava" userId="88b9e446-0ca1-4402-b9c2-d42dceaf52ae" providerId="ADAL" clId="{CD77D9A2-9B0B-4A7B-AD14-57463C3E2D4D}" dt="2026-09-17T15:01:22.600" v="1835" actId="478"/>
          <ac:spMkLst>
            <pc:docMk/>
            <pc:sldMk cId="4030126132" sldId="263"/>
            <ac:spMk id="75" creationId="{7187A340-CFA2-A58A-8D79-074A58C34528}"/>
          </ac:spMkLst>
        </pc:spChg>
        <pc:spChg chg="del">
          <ac:chgData name="Rajat Srivastava" userId="88b9e446-0ca1-4402-b9c2-d42dceaf52ae" providerId="ADAL" clId="{CD77D9A2-9B0B-4A7B-AD14-57463C3E2D4D}" dt="2026-09-17T15:01:22.600" v="1835" actId="478"/>
          <ac:spMkLst>
            <pc:docMk/>
            <pc:sldMk cId="4030126132" sldId="263"/>
            <ac:spMk id="76" creationId="{C5F89FA4-32CE-4378-C002-7C0D04537049}"/>
          </ac:spMkLst>
        </pc:spChg>
        <pc:spChg chg="del">
          <ac:chgData name="Rajat Srivastava" userId="88b9e446-0ca1-4402-b9c2-d42dceaf52ae" providerId="ADAL" clId="{CD77D9A2-9B0B-4A7B-AD14-57463C3E2D4D}" dt="2026-09-17T15:01:22.600" v="1835" actId="478"/>
          <ac:spMkLst>
            <pc:docMk/>
            <pc:sldMk cId="4030126132" sldId="263"/>
            <ac:spMk id="77" creationId="{841AA57C-D3B0-C8EF-E31E-E3035FCC4C97}"/>
          </ac:spMkLst>
        </pc:spChg>
        <pc:spChg chg="del">
          <ac:chgData name="Rajat Srivastava" userId="88b9e446-0ca1-4402-b9c2-d42dceaf52ae" providerId="ADAL" clId="{CD77D9A2-9B0B-4A7B-AD14-57463C3E2D4D}" dt="2026-09-17T15:01:22.600" v="1835" actId="478"/>
          <ac:spMkLst>
            <pc:docMk/>
            <pc:sldMk cId="4030126132" sldId="263"/>
            <ac:spMk id="78" creationId="{1CD1C509-7F24-E919-0300-A74E2FA823FC}"/>
          </ac:spMkLst>
        </pc:spChg>
        <pc:spChg chg="del mod">
          <ac:chgData name="Rajat Srivastava" userId="88b9e446-0ca1-4402-b9c2-d42dceaf52ae" providerId="ADAL" clId="{CD77D9A2-9B0B-4A7B-AD14-57463C3E2D4D}" dt="2026-09-17T15:04:08.762" v="1923" actId="478"/>
          <ac:spMkLst>
            <pc:docMk/>
            <pc:sldMk cId="4030126132" sldId="263"/>
            <ac:spMk id="79" creationId="{50062EAF-943A-DE5E-43A1-CCE2E9583963}"/>
          </ac:spMkLst>
        </pc:spChg>
        <pc:spChg chg="del">
          <ac:chgData name="Rajat Srivastava" userId="88b9e446-0ca1-4402-b9c2-d42dceaf52ae" providerId="ADAL" clId="{CD77D9A2-9B0B-4A7B-AD14-57463C3E2D4D}" dt="2026-09-17T15:01:44.136" v="1864" actId="478"/>
          <ac:spMkLst>
            <pc:docMk/>
            <pc:sldMk cId="4030126132" sldId="263"/>
            <ac:spMk id="81" creationId="{3B4DA68E-5F76-C2C0-9B22-21B2C8CD3F06}"/>
          </ac:spMkLst>
        </pc:spChg>
        <pc:spChg chg="mod">
          <ac:chgData name="Rajat Srivastava" userId="88b9e446-0ca1-4402-b9c2-d42dceaf52ae" providerId="ADAL" clId="{CD77D9A2-9B0B-4A7B-AD14-57463C3E2D4D}" dt="2026-09-17T14:50:39.276" v="1619" actId="207"/>
          <ac:spMkLst>
            <pc:docMk/>
            <pc:sldMk cId="4030126132" sldId="263"/>
            <ac:spMk id="82" creationId="{BD8F1860-101F-F50D-9B7F-BB9D565FA032}"/>
          </ac:spMkLst>
        </pc:spChg>
        <pc:spChg chg="add del mod">
          <ac:chgData name="Rajat Srivastava" userId="88b9e446-0ca1-4402-b9c2-d42dceaf52ae" providerId="ADAL" clId="{CD77D9A2-9B0B-4A7B-AD14-57463C3E2D4D}" dt="2026-09-17T14:53:30.644" v="1710" actId="478"/>
          <ac:spMkLst>
            <pc:docMk/>
            <pc:sldMk cId="4030126132" sldId="263"/>
            <ac:spMk id="83" creationId="{94C7DD9D-0EC6-F55D-FCFA-9BAD29A9602E}"/>
          </ac:spMkLst>
        </pc:spChg>
        <pc:spChg chg="del">
          <ac:chgData name="Rajat Srivastava" userId="88b9e446-0ca1-4402-b9c2-d42dceaf52ae" providerId="ADAL" clId="{CD77D9A2-9B0B-4A7B-AD14-57463C3E2D4D}" dt="2026-09-17T14:53:28.836" v="1709" actId="478"/>
          <ac:spMkLst>
            <pc:docMk/>
            <pc:sldMk cId="4030126132" sldId="263"/>
            <ac:spMk id="84" creationId="{6F28B059-75BF-B28D-1B8C-C5FC6DEDBBE8}"/>
          </ac:spMkLst>
        </pc:spChg>
        <pc:spChg chg="del">
          <ac:chgData name="Rajat Srivastava" userId="88b9e446-0ca1-4402-b9c2-d42dceaf52ae" providerId="ADAL" clId="{CD77D9A2-9B0B-4A7B-AD14-57463C3E2D4D}" dt="2026-09-17T14:53:28.836" v="1709" actId="478"/>
          <ac:spMkLst>
            <pc:docMk/>
            <pc:sldMk cId="4030126132" sldId="263"/>
            <ac:spMk id="89" creationId="{F8321C1D-8CEE-8EB5-7397-03951566D843}"/>
          </ac:spMkLst>
        </pc:spChg>
        <pc:spChg chg="del">
          <ac:chgData name="Rajat Srivastava" userId="88b9e446-0ca1-4402-b9c2-d42dceaf52ae" providerId="ADAL" clId="{CD77D9A2-9B0B-4A7B-AD14-57463C3E2D4D}" dt="2026-09-17T15:01:44.136" v="1864" actId="478"/>
          <ac:spMkLst>
            <pc:docMk/>
            <pc:sldMk cId="4030126132" sldId="263"/>
            <ac:spMk id="91" creationId="{0D5F3C04-61C1-3A4B-FB05-E2C54EDA3BF9}"/>
          </ac:spMkLst>
        </pc:spChg>
        <pc:spChg chg="del">
          <ac:chgData name="Rajat Srivastava" userId="88b9e446-0ca1-4402-b9c2-d42dceaf52ae" providerId="ADAL" clId="{CD77D9A2-9B0B-4A7B-AD14-57463C3E2D4D}" dt="2026-09-17T15:01:44.136" v="1864" actId="478"/>
          <ac:spMkLst>
            <pc:docMk/>
            <pc:sldMk cId="4030126132" sldId="263"/>
            <ac:spMk id="92" creationId="{0EA959EE-C3E0-3269-B8F0-7312C5C0CAF8}"/>
          </ac:spMkLst>
        </pc:spChg>
        <pc:spChg chg="mod">
          <ac:chgData name="Rajat Srivastava" userId="88b9e446-0ca1-4402-b9c2-d42dceaf52ae" providerId="ADAL" clId="{CD77D9A2-9B0B-4A7B-AD14-57463C3E2D4D}" dt="2026-09-17T14:50:59.351" v="1630" actId="20577"/>
          <ac:spMkLst>
            <pc:docMk/>
            <pc:sldMk cId="4030126132" sldId="263"/>
            <ac:spMk id="95" creationId="{3E137C4C-B2AC-9DFF-4C97-DC3F3CCDFD04}"/>
          </ac:spMkLst>
        </pc:spChg>
        <pc:spChg chg="mod">
          <ac:chgData name="Rajat Srivastava" userId="88b9e446-0ca1-4402-b9c2-d42dceaf52ae" providerId="ADAL" clId="{CD77D9A2-9B0B-4A7B-AD14-57463C3E2D4D}" dt="2026-09-17T15:01:09.281" v="1832" actId="207"/>
          <ac:spMkLst>
            <pc:docMk/>
            <pc:sldMk cId="4030126132" sldId="263"/>
            <ac:spMk id="96" creationId="{006FE29A-B0BF-CE78-3581-93CD3491A699}"/>
          </ac:spMkLst>
        </pc:spChg>
        <pc:spChg chg="mod">
          <ac:chgData name="Rajat Srivastava" userId="88b9e446-0ca1-4402-b9c2-d42dceaf52ae" providerId="ADAL" clId="{CD77D9A2-9B0B-4A7B-AD14-57463C3E2D4D}" dt="2026-09-17T13:05:24.741" v="1468" actId="20577"/>
          <ac:spMkLst>
            <pc:docMk/>
            <pc:sldMk cId="4030126132" sldId="263"/>
            <ac:spMk id="97" creationId="{1B81A0C9-B787-F8BE-8570-67F17AB77FC2}"/>
          </ac:spMkLst>
        </pc:spChg>
        <pc:spChg chg="add mod">
          <ac:chgData name="Rajat Srivastava" userId="88b9e446-0ca1-4402-b9c2-d42dceaf52ae" providerId="ADAL" clId="{CD77D9A2-9B0B-4A7B-AD14-57463C3E2D4D}" dt="2026-09-17T15:00:35.883" v="1828" actId="207"/>
          <ac:spMkLst>
            <pc:docMk/>
            <pc:sldMk cId="4030126132" sldId="263"/>
            <ac:spMk id="99" creationId="{C772B3B5-9C6D-D69D-0E55-24B8F7E1398D}"/>
          </ac:spMkLst>
        </pc:spChg>
        <pc:spChg chg="del mod">
          <ac:chgData name="Rajat Srivastava" userId="88b9e446-0ca1-4402-b9c2-d42dceaf52ae" providerId="ADAL" clId="{CD77D9A2-9B0B-4A7B-AD14-57463C3E2D4D}" dt="2026-09-17T15:01:35.476" v="1861" actId="478"/>
          <ac:spMkLst>
            <pc:docMk/>
            <pc:sldMk cId="4030126132" sldId="263"/>
            <ac:spMk id="100" creationId="{75CE681D-44F9-D01F-A66D-FE6E6166D917}"/>
          </ac:spMkLst>
        </pc:spChg>
        <pc:spChg chg="add del mod">
          <ac:chgData name="Rajat Srivastava" userId="88b9e446-0ca1-4402-b9c2-d42dceaf52ae" providerId="ADAL" clId="{CD77D9A2-9B0B-4A7B-AD14-57463C3E2D4D}" dt="2026-09-17T15:01:35.476" v="1861" actId="478"/>
          <ac:spMkLst>
            <pc:docMk/>
            <pc:sldMk cId="4030126132" sldId="263"/>
            <ac:spMk id="101" creationId="{A189035C-8960-09F0-CFEE-6DB1B5FD4EE3}"/>
          </ac:spMkLst>
        </pc:spChg>
        <pc:spChg chg="add del mod">
          <ac:chgData name="Rajat Srivastava" userId="88b9e446-0ca1-4402-b9c2-d42dceaf52ae" providerId="ADAL" clId="{CD77D9A2-9B0B-4A7B-AD14-57463C3E2D4D}" dt="2026-09-17T15:01:35.476" v="1861" actId="478"/>
          <ac:spMkLst>
            <pc:docMk/>
            <pc:sldMk cId="4030126132" sldId="263"/>
            <ac:spMk id="102" creationId="{41B00352-969A-4D57-D71D-CF1FB18FDFC1}"/>
          </ac:spMkLst>
        </pc:spChg>
        <pc:spChg chg="mod">
          <ac:chgData name="Rajat Srivastava" userId="88b9e446-0ca1-4402-b9c2-d42dceaf52ae" providerId="ADAL" clId="{CD77D9A2-9B0B-4A7B-AD14-57463C3E2D4D}" dt="2026-09-17T15:00:29.255" v="1827" actId="207"/>
          <ac:spMkLst>
            <pc:docMk/>
            <pc:sldMk cId="4030126132" sldId="263"/>
            <ac:spMk id="103" creationId="{A4C8B521-E479-8DB6-AC07-2A746EA0FB01}"/>
          </ac:spMkLst>
        </pc:spChg>
        <pc:spChg chg="mod">
          <ac:chgData name="Rajat Srivastava" userId="88b9e446-0ca1-4402-b9c2-d42dceaf52ae" providerId="ADAL" clId="{CD77D9A2-9B0B-4A7B-AD14-57463C3E2D4D}" dt="2026-09-17T15:01:04.333" v="1831" actId="207"/>
          <ac:spMkLst>
            <pc:docMk/>
            <pc:sldMk cId="4030126132" sldId="263"/>
            <ac:spMk id="104" creationId="{75E59ADE-CD6A-6133-A9D2-4EACB180D090}"/>
          </ac:spMkLst>
        </pc:spChg>
        <pc:spChg chg="add mod">
          <ac:chgData name="Rajat Srivastava" userId="88b9e446-0ca1-4402-b9c2-d42dceaf52ae" providerId="ADAL" clId="{CD77D9A2-9B0B-4A7B-AD14-57463C3E2D4D}" dt="2026-09-17T15:06:22.666" v="2100" actId="20577"/>
          <ac:spMkLst>
            <pc:docMk/>
            <pc:sldMk cId="4030126132" sldId="263"/>
            <ac:spMk id="106" creationId="{61D56571-E213-9554-2798-CC3373220459}"/>
          </ac:spMkLst>
        </pc:spChg>
        <pc:spChg chg="add mod">
          <ac:chgData name="Rajat Srivastava" userId="88b9e446-0ca1-4402-b9c2-d42dceaf52ae" providerId="ADAL" clId="{CD77D9A2-9B0B-4A7B-AD14-57463C3E2D4D}" dt="2026-09-17T15:03:38.436" v="1917" actId="1037"/>
          <ac:spMkLst>
            <pc:docMk/>
            <pc:sldMk cId="4030126132" sldId="263"/>
            <ac:spMk id="109" creationId="{33877DAE-DAA9-4E6F-17BD-A6228D63A8D9}"/>
          </ac:spMkLst>
        </pc:spChg>
        <pc:spChg chg="del mod">
          <ac:chgData name="Rajat Srivastava" userId="88b9e446-0ca1-4402-b9c2-d42dceaf52ae" providerId="ADAL" clId="{CD77D9A2-9B0B-4A7B-AD14-57463C3E2D4D}" dt="2026-09-17T15:01:38.140" v="1862" actId="478"/>
          <ac:spMkLst>
            <pc:docMk/>
            <pc:sldMk cId="4030126132" sldId="263"/>
            <ac:spMk id="110" creationId="{3A236B0E-A8BB-6D15-0577-E00212801869}"/>
          </ac:spMkLst>
        </pc:spChg>
        <pc:spChg chg="del mod">
          <ac:chgData name="Rajat Srivastava" userId="88b9e446-0ca1-4402-b9c2-d42dceaf52ae" providerId="ADAL" clId="{CD77D9A2-9B0B-4A7B-AD14-57463C3E2D4D}" dt="2026-09-17T15:01:35.476" v="1861" actId="478"/>
          <ac:spMkLst>
            <pc:docMk/>
            <pc:sldMk cId="4030126132" sldId="263"/>
            <ac:spMk id="111" creationId="{5840EFFB-1771-14B6-1F1A-4CE12A1077FF}"/>
          </ac:spMkLst>
        </pc:spChg>
        <pc:spChg chg="mod">
          <ac:chgData name="Rajat Srivastava" userId="88b9e446-0ca1-4402-b9c2-d42dceaf52ae" providerId="ADAL" clId="{CD77D9A2-9B0B-4A7B-AD14-57463C3E2D4D}" dt="2026-09-17T14:53:15.898" v="1708" actId="1036"/>
          <ac:spMkLst>
            <pc:docMk/>
            <pc:sldMk cId="4030126132" sldId="263"/>
            <ac:spMk id="112" creationId="{B6AE4109-B441-C6FE-BAE7-381701E34C92}"/>
          </ac:spMkLst>
        </pc:spChg>
        <pc:spChg chg="add mod">
          <ac:chgData name="Rajat Srivastava" userId="88b9e446-0ca1-4402-b9c2-d42dceaf52ae" providerId="ADAL" clId="{CD77D9A2-9B0B-4A7B-AD14-57463C3E2D4D}" dt="2026-09-17T15:03:35.153" v="1915" actId="1037"/>
          <ac:spMkLst>
            <pc:docMk/>
            <pc:sldMk cId="4030126132" sldId="263"/>
            <ac:spMk id="113" creationId="{E02574E4-4A54-2181-026A-7AF0DC9C625D}"/>
          </ac:spMkLst>
        </pc:spChg>
        <pc:spChg chg="add del mod">
          <ac:chgData name="Rajat Srivastava" userId="88b9e446-0ca1-4402-b9c2-d42dceaf52ae" providerId="ADAL" clId="{CD77D9A2-9B0B-4A7B-AD14-57463C3E2D4D}" dt="2026-09-17T15:01:35.476" v="1861" actId="478"/>
          <ac:spMkLst>
            <pc:docMk/>
            <pc:sldMk cId="4030126132" sldId="263"/>
            <ac:spMk id="116" creationId="{9E86AC52-D58B-A468-4838-94FFB65C563C}"/>
          </ac:spMkLst>
        </pc:spChg>
        <pc:spChg chg="add del mod">
          <ac:chgData name="Rajat Srivastava" userId="88b9e446-0ca1-4402-b9c2-d42dceaf52ae" providerId="ADAL" clId="{CD77D9A2-9B0B-4A7B-AD14-57463C3E2D4D}" dt="2026-09-17T15:01:35.476" v="1861" actId="478"/>
          <ac:spMkLst>
            <pc:docMk/>
            <pc:sldMk cId="4030126132" sldId="263"/>
            <ac:spMk id="118" creationId="{B275E3DC-A8AC-4107-26E1-623CE627C842}"/>
          </ac:spMkLst>
        </pc:spChg>
        <pc:spChg chg="add del mod">
          <ac:chgData name="Rajat Srivastava" userId="88b9e446-0ca1-4402-b9c2-d42dceaf52ae" providerId="ADAL" clId="{CD77D9A2-9B0B-4A7B-AD14-57463C3E2D4D}" dt="2026-09-17T15:01:35.476" v="1861" actId="478"/>
          <ac:spMkLst>
            <pc:docMk/>
            <pc:sldMk cId="4030126132" sldId="263"/>
            <ac:spMk id="119" creationId="{2B5B89D5-7F70-5688-6B0A-F4B3D13188F9}"/>
          </ac:spMkLst>
        </pc:spChg>
        <pc:spChg chg="del">
          <ac:chgData name="Rajat Srivastava" userId="88b9e446-0ca1-4402-b9c2-d42dceaf52ae" providerId="ADAL" clId="{CD77D9A2-9B0B-4A7B-AD14-57463C3E2D4D}" dt="2026-09-17T15:01:22.600" v="1835" actId="478"/>
          <ac:spMkLst>
            <pc:docMk/>
            <pc:sldMk cId="4030126132" sldId="263"/>
            <ac:spMk id="122" creationId="{4433760E-E467-87C4-D194-7B3060842155}"/>
          </ac:spMkLst>
        </pc:spChg>
        <pc:spChg chg="add mod">
          <ac:chgData name="Rajat Srivastava" userId="88b9e446-0ca1-4402-b9c2-d42dceaf52ae" providerId="ADAL" clId="{CD77D9A2-9B0B-4A7B-AD14-57463C3E2D4D}" dt="2026-09-17T14:53:48.799" v="1712" actId="571"/>
          <ac:spMkLst>
            <pc:docMk/>
            <pc:sldMk cId="4030126132" sldId="263"/>
            <ac:spMk id="128" creationId="{FB9409EB-E84E-E244-8005-B0BA8320EEFC}"/>
          </ac:spMkLst>
        </pc:spChg>
        <pc:spChg chg="add mod">
          <ac:chgData name="Rajat Srivastava" userId="88b9e446-0ca1-4402-b9c2-d42dceaf52ae" providerId="ADAL" clId="{CD77D9A2-9B0B-4A7B-AD14-57463C3E2D4D}" dt="2026-09-17T14:53:48.799" v="1712" actId="571"/>
          <ac:spMkLst>
            <pc:docMk/>
            <pc:sldMk cId="4030126132" sldId="263"/>
            <ac:spMk id="129" creationId="{8CFF0DB5-BE34-5BFC-F25D-ABBD4EDACD91}"/>
          </ac:spMkLst>
        </pc:spChg>
        <pc:spChg chg="add mod">
          <ac:chgData name="Rajat Srivastava" userId="88b9e446-0ca1-4402-b9c2-d42dceaf52ae" providerId="ADAL" clId="{CD77D9A2-9B0B-4A7B-AD14-57463C3E2D4D}" dt="2026-09-17T14:53:48.799" v="1712" actId="571"/>
          <ac:spMkLst>
            <pc:docMk/>
            <pc:sldMk cId="4030126132" sldId="263"/>
            <ac:spMk id="130" creationId="{770C8FE6-9A54-A9B8-FEC1-D250DA9284CF}"/>
          </ac:spMkLst>
        </pc:spChg>
        <pc:spChg chg="add mod">
          <ac:chgData name="Rajat Srivastava" userId="88b9e446-0ca1-4402-b9c2-d42dceaf52ae" providerId="ADAL" clId="{CD77D9A2-9B0B-4A7B-AD14-57463C3E2D4D}" dt="2026-09-17T14:53:48.799" v="1712" actId="571"/>
          <ac:spMkLst>
            <pc:docMk/>
            <pc:sldMk cId="4030126132" sldId="263"/>
            <ac:spMk id="133" creationId="{4AF5E5E8-C6CD-950E-DF79-505623578009}"/>
          </ac:spMkLst>
        </pc:spChg>
        <pc:spChg chg="add mod">
          <ac:chgData name="Rajat Srivastava" userId="88b9e446-0ca1-4402-b9c2-d42dceaf52ae" providerId="ADAL" clId="{CD77D9A2-9B0B-4A7B-AD14-57463C3E2D4D}" dt="2026-09-17T14:53:48.799" v="1712" actId="571"/>
          <ac:spMkLst>
            <pc:docMk/>
            <pc:sldMk cId="4030126132" sldId="263"/>
            <ac:spMk id="134" creationId="{B40618B9-F754-997D-5B8B-D2721C99E5EF}"/>
          </ac:spMkLst>
        </pc:spChg>
        <pc:spChg chg="add mod">
          <ac:chgData name="Rajat Srivastava" userId="88b9e446-0ca1-4402-b9c2-d42dceaf52ae" providerId="ADAL" clId="{CD77D9A2-9B0B-4A7B-AD14-57463C3E2D4D}" dt="2026-09-17T14:53:48.799" v="1712" actId="571"/>
          <ac:spMkLst>
            <pc:docMk/>
            <pc:sldMk cId="4030126132" sldId="263"/>
            <ac:spMk id="136" creationId="{5D240CDE-2A64-6BC8-7D47-AEACF7D83ADE}"/>
          </ac:spMkLst>
        </pc:spChg>
        <pc:spChg chg="add mod">
          <ac:chgData name="Rajat Srivastava" userId="88b9e446-0ca1-4402-b9c2-d42dceaf52ae" providerId="ADAL" clId="{CD77D9A2-9B0B-4A7B-AD14-57463C3E2D4D}" dt="2026-09-17T14:53:48.799" v="1712" actId="571"/>
          <ac:spMkLst>
            <pc:docMk/>
            <pc:sldMk cId="4030126132" sldId="263"/>
            <ac:spMk id="137" creationId="{5A5E331A-D4D1-431B-34EC-52D5E515FEF9}"/>
          </ac:spMkLst>
        </pc:spChg>
        <pc:spChg chg="add mod">
          <ac:chgData name="Rajat Srivastava" userId="88b9e446-0ca1-4402-b9c2-d42dceaf52ae" providerId="ADAL" clId="{CD77D9A2-9B0B-4A7B-AD14-57463C3E2D4D}" dt="2026-09-17T14:53:48.799" v="1712" actId="571"/>
          <ac:spMkLst>
            <pc:docMk/>
            <pc:sldMk cId="4030126132" sldId="263"/>
            <ac:spMk id="138" creationId="{FB4ECC3F-F239-FA23-91BE-BD1DA6660B8D}"/>
          </ac:spMkLst>
        </pc:spChg>
        <pc:spChg chg="add mod">
          <ac:chgData name="Rajat Srivastava" userId="88b9e446-0ca1-4402-b9c2-d42dceaf52ae" providerId="ADAL" clId="{CD77D9A2-9B0B-4A7B-AD14-57463C3E2D4D}" dt="2026-09-17T14:53:48.799" v="1712" actId="571"/>
          <ac:spMkLst>
            <pc:docMk/>
            <pc:sldMk cId="4030126132" sldId="263"/>
            <ac:spMk id="140" creationId="{B61D1F12-E15A-DF3E-ACA5-978066B312A0}"/>
          </ac:spMkLst>
        </pc:spChg>
        <pc:spChg chg="add mod">
          <ac:chgData name="Rajat Srivastava" userId="88b9e446-0ca1-4402-b9c2-d42dceaf52ae" providerId="ADAL" clId="{CD77D9A2-9B0B-4A7B-AD14-57463C3E2D4D}" dt="2026-09-17T14:53:48.799" v="1712" actId="571"/>
          <ac:spMkLst>
            <pc:docMk/>
            <pc:sldMk cId="4030126132" sldId="263"/>
            <ac:spMk id="141" creationId="{119B2C26-007E-4678-FC58-8CE325A08470}"/>
          </ac:spMkLst>
        </pc:spChg>
        <pc:spChg chg="add mod">
          <ac:chgData name="Rajat Srivastava" userId="88b9e446-0ca1-4402-b9c2-d42dceaf52ae" providerId="ADAL" clId="{CD77D9A2-9B0B-4A7B-AD14-57463C3E2D4D}" dt="2026-09-17T15:05:07.066" v="2075" actId="1038"/>
          <ac:spMkLst>
            <pc:docMk/>
            <pc:sldMk cId="4030126132" sldId="263"/>
            <ac:spMk id="145" creationId="{244751EB-0DBD-BD28-B81A-C2CD33ABD017}"/>
          </ac:spMkLst>
        </pc:spChg>
        <pc:spChg chg="add mod">
          <ac:chgData name="Rajat Srivastava" userId="88b9e446-0ca1-4402-b9c2-d42dceaf52ae" providerId="ADAL" clId="{CD77D9A2-9B0B-4A7B-AD14-57463C3E2D4D}" dt="2026-09-17T15:05:07.066" v="2075" actId="1038"/>
          <ac:spMkLst>
            <pc:docMk/>
            <pc:sldMk cId="4030126132" sldId="263"/>
            <ac:spMk id="149" creationId="{E480380E-0DF2-9A94-EEE6-8BC36F82ADF8}"/>
          </ac:spMkLst>
        </pc:spChg>
        <pc:spChg chg="add mod">
          <ac:chgData name="Rajat Srivastava" userId="88b9e446-0ca1-4402-b9c2-d42dceaf52ae" providerId="ADAL" clId="{CD77D9A2-9B0B-4A7B-AD14-57463C3E2D4D}" dt="2026-09-17T15:05:07.066" v="2075" actId="1038"/>
          <ac:spMkLst>
            <pc:docMk/>
            <pc:sldMk cId="4030126132" sldId="263"/>
            <ac:spMk id="151" creationId="{74CE97BE-2CB7-47EF-5227-A76DC390E058}"/>
          </ac:spMkLst>
        </pc:spChg>
        <pc:spChg chg="add del mod">
          <ac:chgData name="Rajat Srivastava" userId="88b9e446-0ca1-4402-b9c2-d42dceaf52ae" providerId="ADAL" clId="{CD77D9A2-9B0B-4A7B-AD14-57463C3E2D4D}" dt="2026-09-17T15:01:39.839" v="1863" actId="478"/>
          <ac:spMkLst>
            <pc:docMk/>
            <pc:sldMk cId="4030126132" sldId="263"/>
            <ac:spMk id="153" creationId="{A05A6F14-ABCE-9ED1-8A2A-53BC4D9BCA50}"/>
          </ac:spMkLst>
        </pc:spChg>
        <pc:spChg chg="add mod">
          <ac:chgData name="Rajat Srivastava" userId="88b9e446-0ca1-4402-b9c2-d42dceaf52ae" providerId="ADAL" clId="{CD77D9A2-9B0B-4A7B-AD14-57463C3E2D4D}" dt="2026-09-17T15:05:07.066" v="2075" actId="1038"/>
          <ac:spMkLst>
            <pc:docMk/>
            <pc:sldMk cId="4030126132" sldId="263"/>
            <ac:spMk id="155" creationId="{9C55E15B-8164-29EA-94D1-2F3341593D1C}"/>
          </ac:spMkLst>
        </pc:spChg>
        <pc:spChg chg="add mod">
          <ac:chgData name="Rajat Srivastava" userId="88b9e446-0ca1-4402-b9c2-d42dceaf52ae" providerId="ADAL" clId="{CD77D9A2-9B0B-4A7B-AD14-57463C3E2D4D}" dt="2026-09-17T14:59:17.532" v="1793"/>
          <ac:spMkLst>
            <pc:docMk/>
            <pc:sldMk cId="4030126132" sldId="263"/>
            <ac:spMk id="159" creationId="{747357D8-CC07-4EFE-A6EE-A2BE530B1A18}"/>
          </ac:spMkLst>
        </pc:spChg>
        <pc:spChg chg="add mod">
          <ac:chgData name="Rajat Srivastava" userId="88b9e446-0ca1-4402-b9c2-d42dceaf52ae" providerId="ADAL" clId="{CD77D9A2-9B0B-4A7B-AD14-57463C3E2D4D}" dt="2026-09-17T15:05:07.066" v="2075" actId="1038"/>
          <ac:spMkLst>
            <pc:docMk/>
            <pc:sldMk cId="4030126132" sldId="263"/>
            <ac:spMk id="161" creationId="{4B041A3C-234A-E34E-1F02-173B2D856C9B}"/>
          </ac:spMkLst>
        </pc:spChg>
        <pc:spChg chg="add mod">
          <ac:chgData name="Rajat Srivastava" userId="88b9e446-0ca1-4402-b9c2-d42dceaf52ae" providerId="ADAL" clId="{CD77D9A2-9B0B-4A7B-AD14-57463C3E2D4D}" dt="2026-09-17T15:05:07.066" v="2075" actId="1038"/>
          <ac:spMkLst>
            <pc:docMk/>
            <pc:sldMk cId="4030126132" sldId="263"/>
            <ac:spMk id="169" creationId="{6BA4EC66-94DB-12AA-60ED-6C83CEA33C83}"/>
          </ac:spMkLst>
        </pc:spChg>
        <pc:spChg chg="add">
          <ac:chgData name="Rajat Srivastava" userId="88b9e446-0ca1-4402-b9c2-d42dceaf52ae" providerId="ADAL" clId="{CD77D9A2-9B0B-4A7B-AD14-57463C3E2D4D}" dt="2026-09-17T15:04:13.323" v="1924" actId="22"/>
          <ac:spMkLst>
            <pc:docMk/>
            <pc:sldMk cId="4030126132" sldId="263"/>
            <ac:spMk id="174" creationId="{76427843-DF73-7F99-268A-00B95FFD9D9F}"/>
          </ac:spMkLst>
        </pc:spChg>
        <pc:spChg chg="add mod">
          <ac:chgData name="Rajat Srivastava" userId="88b9e446-0ca1-4402-b9c2-d42dceaf52ae" providerId="ADAL" clId="{CD77D9A2-9B0B-4A7B-AD14-57463C3E2D4D}" dt="2026-09-17T15:04:34.841" v="2029" actId="1036"/>
          <ac:spMkLst>
            <pc:docMk/>
            <pc:sldMk cId="4030126132" sldId="263"/>
            <ac:spMk id="176" creationId="{8A1BF05F-A91D-2417-198E-009B0B63E259}"/>
          </ac:spMkLst>
        </pc:spChg>
        <pc:grpChg chg="del">
          <ac:chgData name="Rajat Srivastava" userId="88b9e446-0ca1-4402-b9c2-d42dceaf52ae" providerId="ADAL" clId="{CD77D9A2-9B0B-4A7B-AD14-57463C3E2D4D}" dt="2026-09-17T14:53:28.836" v="1709" actId="478"/>
          <ac:grpSpMkLst>
            <pc:docMk/>
            <pc:sldMk cId="4030126132" sldId="263"/>
            <ac:grpSpMk id="85" creationId="{BC917E29-2BAE-10A0-8954-374D00906154}"/>
          </ac:grpSpMkLst>
        </pc:grpChg>
        <pc:grpChg chg="add del mod">
          <ac:chgData name="Rajat Srivastava" userId="88b9e446-0ca1-4402-b9c2-d42dceaf52ae" providerId="ADAL" clId="{CD77D9A2-9B0B-4A7B-AD14-57463C3E2D4D}" dt="2026-09-17T14:52:37.628" v="1662" actId="478"/>
          <ac:grpSpMkLst>
            <pc:docMk/>
            <pc:sldMk cId="4030126132" sldId="263"/>
            <ac:grpSpMk id="127" creationId="{27C267BC-2BA3-A15C-82BC-3E2D37492FC0}"/>
          </ac:grpSpMkLst>
        </pc:grpChg>
        <pc:picChg chg="mod ord">
          <ac:chgData name="Rajat Srivastava" userId="88b9e446-0ca1-4402-b9c2-d42dceaf52ae" providerId="ADAL" clId="{CD77D9A2-9B0B-4A7B-AD14-57463C3E2D4D}" dt="2026-09-17T14:50:34.397" v="1618" actId="1035"/>
          <ac:picMkLst>
            <pc:docMk/>
            <pc:sldMk cId="4030126132" sldId="263"/>
            <ac:picMk id="50" creationId="{42E3477C-F3DD-36AD-771B-5536607EC9C5}"/>
          </ac:picMkLst>
        </pc:picChg>
        <pc:picChg chg="mod ord">
          <ac:chgData name="Rajat Srivastava" userId="88b9e446-0ca1-4402-b9c2-d42dceaf52ae" providerId="ADAL" clId="{CD77D9A2-9B0B-4A7B-AD14-57463C3E2D4D}" dt="2026-09-17T14:57:57.466" v="1774" actId="1076"/>
          <ac:picMkLst>
            <pc:docMk/>
            <pc:sldMk cId="4030126132" sldId="263"/>
            <ac:picMk id="58" creationId="{60F8B1EB-B584-AA9E-B9EC-C163CD57E91E}"/>
          </ac:picMkLst>
        </pc:picChg>
        <pc:picChg chg="mod ord">
          <ac:chgData name="Rajat Srivastava" userId="88b9e446-0ca1-4402-b9c2-d42dceaf52ae" providerId="ADAL" clId="{CD77D9A2-9B0B-4A7B-AD14-57463C3E2D4D}" dt="2026-09-17T14:58:57.867" v="1789" actId="1076"/>
          <ac:picMkLst>
            <pc:docMk/>
            <pc:sldMk cId="4030126132" sldId="263"/>
            <ac:picMk id="62" creationId="{0B63186E-DAA9-2855-710C-3F620C0ECFE6}"/>
          </ac:picMkLst>
        </pc:picChg>
        <pc:picChg chg="mod ord">
          <ac:chgData name="Rajat Srivastava" userId="88b9e446-0ca1-4402-b9c2-d42dceaf52ae" providerId="ADAL" clId="{CD77D9A2-9B0B-4A7B-AD14-57463C3E2D4D}" dt="2026-09-17T15:00:45.259" v="1829" actId="166"/>
          <ac:picMkLst>
            <pc:docMk/>
            <pc:sldMk cId="4030126132" sldId="263"/>
            <ac:picMk id="70" creationId="{A2A3F81C-7EE8-E47B-EF6E-C1351CABC5F6}"/>
          </ac:picMkLst>
        </pc:picChg>
        <pc:picChg chg="del">
          <ac:chgData name="Rajat Srivastava" userId="88b9e446-0ca1-4402-b9c2-d42dceaf52ae" providerId="ADAL" clId="{CD77D9A2-9B0B-4A7B-AD14-57463C3E2D4D}" dt="2026-09-17T15:01:44.136" v="1864" actId="478"/>
          <ac:picMkLst>
            <pc:docMk/>
            <pc:sldMk cId="4030126132" sldId="263"/>
            <ac:picMk id="90" creationId="{A1BBFD4E-B7DB-4B4B-073C-2C6794069066}"/>
          </ac:picMkLst>
        </pc:picChg>
        <pc:picChg chg="del">
          <ac:chgData name="Rajat Srivastava" userId="88b9e446-0ca1-4402-b9c2-d42dceaf52ae" providerId="ADAL" clId="{CD77D9A2-9B0B-4A7B-AD14-57463C3E2D4D}" dt="2026-09-17T14:49:31.582" v="1568" actId="478"/>
          <ac:picMkLst>
            <pc:docMk/>
            <pc:sldMk cId="4030126132" sldId="263"/>
            <ac:picMk id="94" creationId="{7F9C6EF6-000E-0332-FDE1-44A1A2AC1C65}"/>
          </ac:picMkLst>
        </pc:picChg>
        <pc:picChg chg="mod topLvl">
          <ac:chgData name="Rajat Srivastava" userId="88b9e446-0ca1-4402-b9c2-d42dceaf52ae" providerId="ADAL" clId="{CD77D9A2-9B0B-4A7B-AD14-57463C3E2D4D}" dt="2026-09-17T14:52:52.631" v="1667" actId="1076"/>
          <ac:picMkLst>
            <pc:docMk/>
            <pc:sldMk cId="4030126132" sldId="263"/>
            <ac:picMk id="98" creationId="{A757BD4B-5B55-C1D2-136A-8E8AA9B2A03D}"/>
          </ac:picMkLst>
        </pc:picChg>
        <pc:picChg chg="del">
          <ac:chgData name="Rajat Srivastava" userId="88b9e446-0ca1-4402-b9c2-d42dceaf52ae" providerId="ADAL" clId="{CD77D9A2-9B0B-4A7B-AD14-57463C3E2D4D}" dt="2026-09-17T15:00:01.355" v="1812" actId="478"/>
          <ac:picMkLst>
            <pc:docMk/>
            <pc:sldMk cId="4030126132" sldId="263"/>
            <ac:picMk id="114" creationId="{560FEBC9-7A12-6724-28CF-19A8AC535F4B}"/>
          </ac:picMkLst>
        </pc:picChg>
        <pc:picChg chg="del">
          <ac:chgData name="Rajat Srivastava" userId="88b9e446-0ca1-4402-b9c2-d42dceaf52ae" providerId="ADAL" clId="{CD77D9A2-9B0B-4A7B-AD14-57463C3E2D4D}" dt="2026-09-17T15:01:35.476" v="1861" actId="478"/>
          <ac:picMkLst>
            <pc:docMk/>
            <pc:sldMk cId="4030126132" sldId="263"/>
            <ac:picMk id="115" creationId="{91C485A7-87DC-06F4-F21B-07B04B4A7913}"/>
          </ac:picMkLst>
        </pc:picChg>
        <pc:picChg chg="del">
          <ac:chgData name="Rajat Srivastava" userId="88b9e446-0ca1-4402-b9c2-d42dceaf52ae" providerId="ADAL" clId="{CD77D9A2-9B0B-4A7B-AD14-57463C3E2D4D}" dt="2026-09-17T15:01:35.476" v="1861" actId="478"/>
          <ac:picMkLst>
            <pc:docMk/>
            <pc:sldMk cId="4030126132" sldId="263"/>
            <ac:picMk id="117" creationId="{178AFDA2-1D07-E123-6817-ED86B6B7482F}"/>
          </ac:picMkLst>
        </pc:picChg>
        <pc:picChg chg="del">
          <ac:chgData name="Rajat Srivastava" userId="88b9e446-0ca1-4402-b9c2-d42dceaf52ae" providerId="ADAL" clId="{CD77D9A2-9B0B-4A7B-AD14-57463C3E2D4D}" dt="2026-09-17T15:01:44.136" v="1864" actId="478"/>
          <ac:picMkLst>
            <pc:docMk/>
            <pc:sldMk cId="4030126132" sldId="263"/>
            <ac:picMk id="120" creationId="{CA852803-20B1-8F28-FEB8-2D1F6C2C7809}"/>
          </ac:picMkLst>
        </pc:picChg>
        <pc:picChg chg="del">
          <ac:chgData name="Rajat Srivastava" userId="88b9e446-0ca1-4402-b9c2-d42dceaf52ae" providerId="ADAL" clId="{CD77D9A2-9B0B-4A7B-AD14-57463C3E2D4D}" dt="2026-09-17T15:01:35.476" v="1861" actId="478"/>
          <ac:picMkLst>
            <pc:docMk/>
            <pc:sldMk cId="4030126132" sldId="263"/>
            <ac:picMk id="121" creationId="{039FB4DE-530E-7945-2361-BCEF6C7BB8F8}"/>
          </ac:picMkLst>
        </pc:picChg>
        <pc:picChg chg="add del mod topLvl">
          <ac:chgData name="Rajat Srivastava" userId="88b9e446-0ca1-4402-b9c2-d42dceaf52ae" providerId="ADAL" clId="{CD77D9A2-9B0B-4A7B-AD14-57463C3E2D4D}" dt="2026-09-17T14:52:37.628" v="1662" actId="478"/>
          <ac:picMkLst>
            <pc:docMk/>
            <pc:sldMk cId="4030126132" sldId="263"/>
            <ac:picMk id="124" creationId="{5AF9F43D-ABF1-EC8E-56A5-89FB527DEE5E}"/>
          </ac:picMkLst>
        </pc:picChg>
        <pc:picChg chg="add del mod">
          <ac:chgData name="Rajat Srivastava" userId="88b9e446-0ca1-4402-b9c2-d42dceaf52ae" providerId="ADAL" clId="{CD77D9A2-9B0B-4A7B-AD14-57463C3E2D4D}" dt="2026-09-17T14:52:34.095" v="1659" actId="478"/>
          <ac:picMkLst>
            <pc:docMk/>
            <pc:sldMk cId="4030126132" sldId="263"/>
            <ac:picMk id="126" creationId="{051BD2FC-79D7-A8BD-8824-C1BEDFA0A24D}"/>
          </ac:picMkLst>
        </pc:picChg>
        <pc:picChg chg="add del">
          <ac:chgData name="Rajat Srivastava" userId="88b9e446-0ca1-4402-b9c2-d42dceaf52ae" providerId="ADAL" clId="{CD77D9A2-9B0B-4A7B-AD14-57463C3E2D4D}" dt="2026-09-17T14:57:53.198" v="1773" actId="478"/>
          <ac:picMkLst>
            <pc:docMk/>
            <pc:sldMk cId="4030126132" sldId="263"/>
            <ac:picMk id="147" creationId="{FCCA06BE-B368-19B1-280B-CCC934BDFF68}"/>
          </ac:picMkLst>
        </pc:picChg>
        <pc:picChg chg="add del mod">
          <ac:chgData name="Rajat Srivastava" userId="88b9e446-0ca1-4402-b9c2-d42dceaf52ae" providerId="ADAL" clId="{CD77D9A2-9B0B-4A7B-AD14-57463C3E2D4D}" dt="2026-09-17T14:58:48.755" v="1788" actId="478"/>
          <ac:picMkLst>
            <pc:docMk/>
            <pc:sldMk cId="4030126132" sldId="263"/>
            <ac:picMk id="157" creationId="{B5A50979-B327-0069-2213-129BCF1CFD47}"/>
          </ac:picMkLst>
        </pc:picChg>
        <pc:picChg chg="add mod">
          <ac:chgData name="Rajat Srivastava" userId="88b9e446-0ca1-4402-b9c2-d42dceaf52ae" providerId="ADAL" clId="{CD77D9A2-9B0B-4A7B-AD14-57463C3E2D4D}" dt="2026-09-17T14:55:57.856" v="1725" actId="1076"/>
          <ac:picMkLst>
            <pc:docMk/>
            <pc:sldMk cId="4030126132" sldId="263"/>
            <ac:picMk id="163" creationId="{F3520E1A-E0D3-AEC2-2CA2-383610872E6E}"/>
          </ac:picMkLst>
        </pc:picChg>
        <pc:picChg chg="mod">
          <ac:chgData name="Rajat Srivastava" userId="88b9e446-0ca1-4402-b9c2-d42dceaf52ae" providerId="ADAL" clId="{CD77D9A2-9B0B-4A7B-AD14-57463C3E2D4D}" dt="2026-09-17T14:55:57.856" v="1725" actId="1076"/>
          <ac:picMkLst>
            <pc:docMk/>
            <pc:sldMk cId="4030126132" sldId="263"/>
            <ac:picMk id="165" creationId="{A9E24957-994C-D143-8676-54E5616DD099}"/>
          </ac:picMkLst>
        </pc:picChg>
        <pc:cxnChg chg="mod">
          <ac:chgData name="Rajat Srivastava" userId="88b9e446-0ca1-4402-b9c2-d42dceaf52ae" providerId="ADAL" clId="{CD77D9A2-9B0B-4A7B-AD14-57463C3E2D4D}" dt="2026-09-17T15:01:29.520" v="1860" actId="1035"/>
          <ac:cxnSpMkLst>
            <pc:docMk/>
            <pc:sldMk cId="4030126132" sldId="263"/>
            <ac:cxnSpMk id="107" creationId="{F3CF6309-3E48-B650-FCB9-6EACD628E605}"/>
          </ac:cxnSpMkLst>
        </pc:cxnChg>
        <pc:cxnChg chg="add mod">
          <ac:chgData name="Rajat Srivastava" userId="88b9e446-0ca1-4402-b9c2-d42dceaf52ae" providerId="ADAL" clId="{CD77D9A2-9B0B-4A7B-AD14-57463C3E2D4D}" dt="2026-09-17T15:05:59.252" v="2080" actId="14100"/>
          <ac:cxnSpMkLst>
            <pc:docMk/>
            <pc:sldMk cId="4030126132" sldId="263"/>
            <ac:cxnSpMk id="143" creationId="{5AC40C11-00FC-B467-D957-C4CBC9268672}"/>
          </ac:cxnSpMkLst>
        </pc:cxnChg>
        <pc:cxnChg chg="add mod">
          <ac:chgData name="Rajat Srivastava" userId="88b9e446-0ca1-4402-b9c2-d42dceaf52ae" providerId="ADAL" clId="{CD77D9A2-9B0B-4A7B-AD14-57463C3E2D4D}" dt="2026-09-17T15:06:11.327" v="2082" actId="14100"/>
          <ac:cxnSpMkLst>
            <pc:docMk/>
            <pc:sldMk cId="4030126132" sldId="263"/>
            <ac:cxnSpMk id="170" creationId="{E770D2F3-B7CD-1055-D122-F765B7A26469}"/>
          </ac:cxnSpMkLst>
        </pc:cxnChg>
      </pc:sldChg>
      <pc:sldChg chg="addSp modSp new mod">
        <pc:chgData name="Rajat Srivastava" userId="88b9e446-0ca1-4402-b9c2-d42dceaf52ae" providerId="ADAL" clId="{CD77D9A2-9B0B-4A7B-AD14-57463C3E2D4D}" dt="2026-09-17T12:19:26.419" v="1443" actId="1076"/>
        <pc:sldMkLst>
          <pc:docMk/>
          <pc:sldMk cId="165279762" sldId="264"/>
        </pc:sldMkLst>
        <pc:picChg chg="add mod">
          <ac:chgData name="Rajat Srivastava" userId="88b9e446-0ca1-4402-b9c2-d42dceaf52ae" providerId="ADAL" clId="{CD77D9A2-9B0B-4A7B-AD14-57463C3E2D4D}" dt="2026-09-17T12:19:26.419" v="1443" actId="1076"/>
          <ac:picMkLst>
            <pc:docMk/>
            <pc:sldMk cId="165279762" sldId="264"/>
            <ac:picMk id="3" creationId="{36095C72-4A87-9E0F-F731-4F08E5E33BE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079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72EFA-3748-1D47-6DE1-8D85B5F16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408D6-27D2-78C8-FD8B-957092869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D58363-8443-D5A3-8DFA-77112C6CC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E3780-2274-0BFA-5491-7EF3D65C3D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4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sv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BUSINESS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broken hiring pipeline,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stakeholders paying for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2240280"/>
            <a:ext cx="457200" cy="457200"/>
          </a:xfrm>
          <a:prstGeom prst="ellipse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240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/ Hiring Manager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83464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B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rejection rates from skill mismatches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3337560"/>
            <a:ext cx="30998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misses granular signals — a resume tagged “Oracle” never distinguishes Oracle Fusion from Oracle EBS; “Java” never distinguishes core Java from Java + Spring Batch. Wrong candidates reach the client.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4846320"/>
            <a:ext cx="3099816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" y="493776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~35-40%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04672" y="5458968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shortlisted profiles rejected post-interview on skill-depth grounds (industry benchmark, technical hiring)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16552" y="19659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72584" y="2240280"/>
            <a:ext cx="457200" cy="457200"/>
          </a:xfrm>
          <a:prstGeom prst="ellipse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72584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85232" y="2240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72584" y="283464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B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checklists, inconsistent judgment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72584" y="3337560"/>
            <a:ext cx="30998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against a JD is eyeballed per resume. Two recruiters screening the same profile reach different verdicts; nothing captures why a similar candidate was rejected six months ago.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72584" y="4846320"/>
            <a:ext cx="3099816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72584" y="493776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hrs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72584" y="5458968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per requisition on manual resume-to-JD comparison and note-taking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84464" y="19659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540496" y="2240280"/>
            <a:ext cx="457200" cy="457200"/>
          </a:xfrm>
          <a:prstGeom prst="ellipse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40496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53144" y="2240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/ Process Owner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40496" y="283464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B6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Misalignment and cycle-time delays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540496" y="3337560"/>
            <a:ext cx="30998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surface only at the interview or offer stage, forcing re-screens. No shared memory of past decisions means the same mismatch repeats across requisitions.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40496" y="4846320"/>
            <a:ext cx="3099816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540496" y="493776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20-30 days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540496" y="5458968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time-to-hire from avoidable rework and re-screening loops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repeat client complaints, elongated requisitions, and institutional knowledge about “what good looks like” that lives only in individual recruiters’ heads.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WHY AGENTIC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neither humans alone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 traditional automation solve this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325880"/>
          </a:xfrm>
          <a:prstGeom prst="roundRect">
            <a:avLst>
              <a:gd name="adj" fmla="val 4828"/>
            </a:avLst>
          </a:prstGeom>
          <a:solidFill>
            <a:srgbClr val="1B1B1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911096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HUMAN-ONLY PROCESS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03320" y="190195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is implicit and walks out the door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703320" y="22402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senior recruiter learned about a client’s real bar for “senior” lives in their head. It isn’t written down, isn’t consistent across recruiters, and isn’t transferable when they leave.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11091672" cy="1325880"/>
          </a:xfrm>
          <a:prstGeom prst="roundRect">
            <a:avLst>
              <a:gd name="adj" fmla="val 4828"/>
            </a:avLst>
          </a:prstGeom>
          <a:solidFill>
            <a:srgbClr val="1B1B1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392424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AUTOMATION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03320" y="338328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and keyword filters can’t reason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703320" y="3721608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regex or ATS keyword match can check for the string “Java”. It cannot judge whether five years of Java experience actually covers the specific gap a role needs, or weigh partial evidence against context.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745736"/>
            <a:ext cx="11091672" cy="1325880"/>
          </a:xfrm>
          <a:prstGeom prst="roundRect">
            <a:avLst>
              <a:gd name="adj" fmla="val 4828"/>
            </a:avLst>
          </a:prstGeom>
          <a:solidFill>
            <a:srgbClr val="0F8B5F"/>
          </a:solidFill>
          <a:ln w="12700">
            <a:solidFill>
              <a:srgbClr val="0F8B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873752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APPROACH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486460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reasoning + institutional memory, by design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703320" y="5202936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agents decompose the judgment recruiters make intuitively — requirement extraction, evidence-grounded matching, gap-targeted questioning, quote-cited evaluation — and a shared memory store carries calibration forward across every run.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subjective bias means every recommendation is grounded in cited evidence — a matching score, a transcript quote, a historical case — not a recruiter’s unstated impression.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AGENT ROSTER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multi-agent workflow, coordinated by LangGraph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2039112"/>
            <a:ext cx="329184" cy="329184"/>
          </a:xfrm>
          <a:prstGeom prst="ellipse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20391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6" dirty="0"/>
          </a:p>
        </p:txBody>
      </p:sp>
      <p:sp>
        <p:nvSpPr>
          <p:cNvPr id="7" name="Text 5"/>
          <p:cNvSpPr/>
          <p:nvPr/>
        </p:nvSpPr>
        <p:spPr>
          <a:xfrm>
            <a:off x="1152144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JD Agent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raw job descriptions into structured requirements, importance weights, and categories.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334256" y="187452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98848" y="2039112"/>
            <a:ext cx="329184" cy="329184"/>
          </a:xfrm>
          <a:prstGeom prst="ellipse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98848" y="20391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36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Agent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17136" y="2377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privacy-filtered candidate profile — skills, employment, projects — with identity stripped.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119872" y="187452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84464" y="2039112"/>
            <a:ext cx="329184" cy="329184"/>
          </a:xfrm>
          <a:prstGeom prst="ellipse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84464" y="20391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6" dirty="0"/>
          </a:p>
        </p:txBody>
      </p:sp>
      <p:sp>
        <p:nvSpPr>
          <p:cNvPr id="17" name="Text 15"/>
          <p:cNvSpPr/>
          <p:nvPr/>
        </p:nvSpPr>
        <p:spPr>
          <a:xfrm>
            <a:off x="8723376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Analysis Agent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02752" y="2377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deterministic coverage + LLM gap analysis, cited to evidence, aware of peer candidates.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48640" y="3127248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3232" y="3291840"/>
            <a:ext cx="329184" cy="329184"/>
          </a:xfrm>
          <a:prstGeom prst="ellipse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3291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36" dirty="0"/>
          </a:p>
        </p:txBody>
      </p:sp>
      <p:sp>
        <p:nvSpPr>
          <p:cNvPr id="22" name="Text 20"/>
          <p:cNvSpPr/>
          <p:nvPr/>
        </p:nvSpPr>
        <p:spPr>
          <a:xfrm>
            <a:off x="1152144" y="3218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Agent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36301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screening, technical, and gap-validation questions grounded in retrieved evidence.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334256" y="3127248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98848" y="3291840"/>
            <a:ext cx="329184" cy="329184"/>
          </a:xfrm>
          <a:prstGeom prst="ellipse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98848" y="3291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36" dirty="0"/>
          </a:p>
        </p:txBody>
      </p:sp>
      <p:sp>
        <p:nvSpPr>
          <p:cNvPr id="27" name="Text 25"/>
          <p:cNvSpPr/>
          <p:nvPr/>
        </p:nvSpPr>
        <p:spPr>
          <a:xfrm>
            <a:off x="4937760" y="3218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Transcript Evaluation Agent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17136" y="36301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interview answers against expected signals; every judgment cites a direct quote.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8119872" y="3127248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84464" y="3291840"/>
            <a:ext cx="329184" cy="329184"/>
          </a:xfrm>
          <a:prstGeom prst="ellipse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84464" y="3291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36" dirty="0"/>
          </a:p>
        </p:txBody>
      </p:sp>
      <p:sp>
        <p:nvSpPr>
          <p:cNvPr id="32" name="Text 30"/>
          <p:cNvSpPr/>
          <p:nvPr/>
        </p:nvSpPr>
        <p:spPr>
          <a:xfrm>
            <a:off x="8723376" y="3218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Flag / Human Review Agent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302752" y="36301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resume-interview inconsistencies (advisory) and synthesises a decision packet for a human.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548640" y="4453128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" y="45628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F8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— THE PERMANENT EVIDENCE LAYER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" y="4818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pgvector store of past evaluations, cases, and calibration notes — held separate from the LLM — retrieved twice per candidate (pre- and gap-targeted) so every recommendation is grounded in how similar gaps were judged before, not just the model’s own priors.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10">
            <a:extLst>
              <a:ext uri="{FF2B5EF4-FFF2-40B4-BE49-F238E27FC236}">
                <a16:creationId xmlns:a16="http://schemas.microsoft.com/office/drawing/2014/main" id="{AFEB6BD0-0EC7-161C-6CA7-1BC60F215874}"/>
              </a:ext>
            </a:extLst>
          </p:cNvPr>
          <p:cNvSpPr/>
          <p:nvPr/>
        </p:nvSpPr>
        <p:spPr>
          <a:xfrm>
            <a:off x="5100556" y="1879070"/>
            <a:ext cx="1568287" cy="940329"/>
          </a:xfrm>
          <a:prstGeom prst="roundRect">
            <a:avLst>
              <a:gd name="adj" fmla="val 11364"/>
            </a:avLst>
          </a:prstGeom>
          <a:noFill/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AGENTIC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job creation to hiring decision — the full agentic lifecycle</a:t>
            </a:r>
            <a:endParaRPr lang="en-US" sz="2000" dirty="0"/>
          </a:p>
        </p:txBody>
      </p:sp>
      <p:sp>
        <p:nvSpPr>
          <p:cNvPr id="73" name="Shape 58"/>
          <p:cNvSpPr/>
          <p:nvPr/>
        </p:nvSpPr>
        <p:spPr>
          <a:xfrm>
            <a:off x="9630198" y="1870258"/>
            <a:ext cx="241402" cy="128016"/>
          </a:xfrm>
          <a:prstGeom prst="roundRect">
            <a:avLst>
              <a:gd name="adj" fmla="val 21429"/>
            </a:avLst>
          </a:prstGeom>
          <a:solidFill>
            <a:srgbClr val="FAFAFA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59"/>
          <p:cNvSpPr/>
          <p:nvPr/>
        </p:nvSpPr>
        <p:spPr>
          <a:xfrm>
            <a:off x="9915491" y="178796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step</a:t>
            </a:r>
            <a:endParaRPr lang="en-US" sz="1050" dirty="0"/>
          </a:p>
        </p:txBody>
      </p:sp>
      <p:sp>
        <p:nvSpPr>
          <p:cNvPr id="75" name="Shape 60"/>
          <p:cNvSpPr/>
          <p:nvPr/>
        </p:nvSpPr>
        <p:spPr>
          <a:xfrm>
            <a:off x="9630198" y="2204164"/>
            <a:ext cx="241402" cy="128016"/>
          </a:xfrm>
          <a:prstGeom prst="roundRect">
            <a:avLst>
              <a:gd name="adj" fmla="val 21429"/>
            </a:avLst>
          </a:prstGeom>
          <a:solidFill>
            <a:srgbClr val="00B050"/>
          </a:solidFill>
          <a:ln w="12700">
            <a:solidFill>
              <a:srgbClr val="0B6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61"/>
          <p:cNvSpPr/>
          <p:nvPr/>
        </p:nvSpPr>
        <p:spPr>
          <a:xfrm>
            <a:off x="9915491" y="21218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77" name="Shape 62"/>
          <p:cNvSpPr/>
          <p:nvPr/>
        </p:nvSpPr>
        <p:spPr>
          <a:xfrm>
            <a:off x="9630198" y="2556058"/>
            <a:ext cx="241402" cy="128016"/>
          </a:xfrm>
          <a:prstGeom prst="roundRect">
            <a:avLst>
              <a:gd name="adj" fmla="val 21429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63"/>
          <p:cNvSpPr/>
          <p:nvPr/>
        </p:nvSpPr>
        <p:spPr>
          <a:xfrm>
            <a:off x="9915491" y="247376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/ system gate</a:t>
            </a:r>
            <a:endParaRPr lang="en-US" sz="1050" dirty="0"/>
          </a:p>
        </p:txBody>
      </p:sp>
      <p:sp>
        <p:nvSpPr>
          <p:cNvPr id="79" name="Text 64"/>
          <p:cNvSpPr/>
          <p:nvPr/>
        </p:nvSpPr>
        <p:spPr>
          <a:xfrm>
            <a:off x="1246270" y="6163056"/>
            <a:ext cx="103666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 agent-bound content passes through central PII sanitisation before this boundary; shared agent memory writes calibration notes back after every human override.</a:t>
            </a:r>
            <a:endParaRPr lang="en-US" sz="1050" dirty="0"/>
          </a:p>
        </p:txBody>
      </p:sp>
      <p:sp>
        <p:nvSpPr>
          <p:cNvPr id="80" name="Text 6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82" name="Shape 2">
            <a:extLst>
              <a:ext uri="{FF2B5EF4-FFF2-40B4-BE49-F238E27FC236}">
                <a16:creationId xmlns:a16="http://schemas.microsoft.com/office/drawing/2014/main" id="{A9AEDC32-C3A5-0A4F-E8B5-4E7B70ACFB7C}"/>
              </a:ext>
            </a:extLst>
          </p:cNvPr>
          <p:cNvSpPr/>
          <p:nvPr/>
        </p:nvSpPr>
        <p:spPr>
          <a:xfrm>
            <a:off x="1246270" y="1879070"/>
            <a:ext cx="1568287" cy="940329"/>
          </a:xfrm>
          <a:prstGeom prst="roundRect">
            <a:avLst>
              <a:gd name="adj" fmla="val 11364"/>
            </a:avLst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5">
            <a:extLst>
              <a:ext uri="{FF2B5EF4-FFF2-40B4-BE49-F238E27FC236}">
                <a16:creationId xmlns:a16="http://schemas.microsoft.com/office/drawing/2014/main" id="{642DC523-4614-2A23-9AB1-1CA12B9C517B}"/>
              </a:ext>
            </a:extLst>
          </p:cNvPr>
          <p:cNvSpPr/>
          <p:nvPr/>
        </p:nvSpPr>
        <p:spPr>
          <a:xfrm>
            <a:off x="2927604" y="2281407"/>
            <a:ext cx="164592" cy="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6">
            <a:extLst>
              <a:ext uri="{FF2B5EF4-FFF2-40B4-BE49-F238E27FC236}">
                <a16:creationId xmlns:a16="http://schemas.microsoft.com/office/drawing/2014/main" id="{18FAF642-4F34-787F-EFBB-D8B3CFB76880}"/>
              </a:ext>
            </a:extLst>
          </p:cNvPr>
          <p:cNvSpPr/>
          <p:nvPr/>
        </p:nvSpPr>
        <p:spPr>
          <a:xfrm>
            <a:off x="3172967" y="1879070"/>
            <a:ext cx="1568287" cy="940329"/>
          </a:xfrm>
          <a:prstGeom prst="roundRect">
            <a:avLst>
              <a:gd name="adj" fmla="val 11364"/>
            </a:avLst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DA4149E-5D34-5715-7E25-AF58F94C6858}"/>
              </a:ext>
            </a:extLst>
          </p:cNvPr>
          <p:cNvGrpSpPr/>
          <p:nvPr/>
        </p:nvGrpSpPr>
        <p:grpSpPr>
          <a:xfrm>
            <a:off x="3215552" y="1952223"/>
            <a:ext cx="1481328" cy="713232"/>
            <a:chOff x="2761488" y="1952223"/>
            <a:chExt cx="1481328" cy="713232"/>
          </a:xfrm>
        </p:grpSpPr>
        <p:pic>
          <p:nvPicPr>
            <p:cNvPr id="90" name="Image 1" descr="/home/claude/deck/icon_upload_dark.png">
              <a:extLst>
                <a:ext uri="{FF2B5EF4-FFF2-40B4-BE49-F238E27FC236}">
                  <a16:creationId xmlns:a16="http://schemas.microsoft.com/office/drawing/2014/main" id="{E9762E20-50EE-836C-D8C9-6281D0E89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4136" y="1952223"/>
              <a:ext cx="256032" cy="256032"/>
            </a:xfrm>
            <a:prstGeom prst="rect">
              <a:avLst/>
            </a:prstGeom>
          </p:spPr>
        </p:pic>
        <p:sp>
          <p:nvSpPr>
            <p:cNvPr id="92" name="Text 7">
              <a:extLst>
                <a:ext uri="{FF2B5EF4-FFF2-40B4-BE49-F238E27FC236}">
                  <a16:creationId xmlns:a16="http://schemas.microsoft.com/office/drawing/2014/main" id="{522DF409-4274-9D5C-741B-54AA022E5DD8}"/>
                </a:ext>
              </a:extLst>
            </p:cNvPr>
            <p:cNvSpPr/>
            <p:nvPr/>
          </p:nvSpPr>
          <p:spPr>
            <a:xfrm>
              <a:off x="2761488" y="2217399"/>
              <a:ext cx="1481328" cy="20116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Upload JD</a:t>
              </a:r>
              <a:endParaRPr lang="en-US" sz="1100" dirty="0"/>
            </a:p>
          </p:txBody>
        </p:sp>
        <p:sp>
          <p:nvSpPr>
            <p:cNvPr id="94" name="Text 8">
              <a:extLst>
                <a:ext uri="{FF2B5EF4-FFF2-40B4-BE49-F238E27FC236}">
                  <a16:creationId xmlns:a16="http://schemas.microsoft.com/office/drawing/2014/main" id="{EE162FC4-3F99-997F-939B-760F3E0CE4B3}"/>
                </a:ext>
              </a:extLst>
            </p:cNvPr>
            <p:cNvSpPr/>
            <p:nvPr/>
          </p:nvSpPr>
          <p:spPr>
            <a:xfrm>
              <a:off x="2761488" y="2418567"/>
              <a:ext cx="1481328" cy="24688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105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Raw JD text</a:t>
              </a:r>
              <a:endParaRPr lang="en-US" sz="1050" dirty="0"/>
            </a:p>
          </p:txBody>
        </p:sp>
      </p:grpSp>
      <p:sp>
        <p:nvSpPr>
          <p:cNvPr id="96" name="Shape 9">
            <a:extLst>
              <a:ext uri="{FF2B5EF4-FFF2-40B4-BE49-F238E27FC236}">
                <a16:creationId xmlns:a16="http://schemas.microsoft.com/office/drawing/2014/main" id="{CAD20A2B-63C0-9373-0698-B8BE9A0312CB}"/>
              </a:ext>
            </a:extLst>
          </p:cNvPr>
          <p:cNvSpPr/>
          <p:nvPr/>
        </p:nvSpPr>
        <p:spPr>
          <a:xfrm>
            <a:off x="4832333" y="2281407"/>
            <a:ext cx="164592" cy="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100" name="Image 2" descr="Detective male with solid fill">
            <a:extLst>
              <a:ext uri="{FF2B5EF4-FFF2-40B4-BE49-F238E27FC236}">
                <a16:creationId xmlns:a16="http://schemas.microsoft.com/office/drawing/2014/main" id="{431D2C5F-0ABC-9249-2623-EA3E07CC8D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373476" y="1952223"/>
            <a:ext cx="256032" cy="256032"/>
          </a:xfrm>
          <a:prstGeom prst="rect">
            <a:avLst/>
          </a:prstGeom>
        </p:spPr>
      </p:pic>
      <p:sp>
        <p:nvSpPr>
          <p:cNvPr id="102" name="Text 11">
            <a:extLst>
              <a:ext uri="{FF2B5EF4-FFF2-40B4-BE49-F238E27FC236}">
                <a16:creationId xmlns:a16="http://schemas.microsoft.com/office/drawing/2014/main" id="{5A47F1E9-DA4E-DBB0-9B02-A7FFBB87FB34}"/>
              </a:ext>
            </a:extLst>
          </p:cNvPr>
          <p:cNvSpPr/>
          <p:nvPr/>
        </p:nvSpPr>
        <p:spPr>
          <a:xfrm>
            <a:off x="5138657" y="2217399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JD Agent</a:t>
            </a:r>
            <a:endParaRPr lang="en-US" sz="1100" dirty="0"/>
          </a:p>
        </p:txBody>
      </p:sp>
      <p:sp>
        <p:nvSpPr>
          <p:cNvPr id="104" name="Text 12">
            <a:extLst>
              <a:ext uri="{FF2B5EF4-FFF2-40B4-BE49-F238E27FC236}">
                <a16:creationId xmlns:a16="http://schemas.microsoft.com/office/drawing/2014/main" id="{851F505D-9F94-FE96-77A5-4AAF88DAFFAB}"/>
              </a:ext>
            </a:extLst>
          </p:cNvPr>
          <p:cNvSpPr/>
          <p:nvPr/>
        </p:nvSpPr>
        <p:spPr>
          <a:xfrm>
            <a:off x="4983118" y="2418567"/>
            <a:ext cx="1792407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dirty="0">
                <a:solidFill>
                  <a:srgbClr val="0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requirements,</a:t>
            </a:r>
            <a:endParaRPr lang="en-US" sz="10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00" dirty="0">
                <a:solidFill>
                  <a:srgbClr val="0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weights, categories</a:t>
            </a:r>
            <a:endParaRPr lang="en-US" sz="1000" dirty="0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DC5B408-A180-7656-8519-E2188516AE8C}"/>
              </a:ext>
            </a:extLst>
          </p:cNvPr>
          <p:cNvGrpSpPr/>
          <p:nvPr/>
        </p:nvGrpSpPr>
        <p:grpSpPr>
          <a:xfrm>
            <a:off x="1287510" y="1952223"/>
            <a:ext cx="1481328" cy="713232"/>
            <a:chOff x="320040" y="1243584"/>
            <a:chExt cx="1481328" cy="713232"/>
          </a:xfrm>
        </p:grpSpPr>
        <p:pic>
          <p:nvPicPr>
            <p:cNvPr id="84" name="Image 0" descr="/home/claude/deck/icon_briefcase_dark.png">
              <a:extLst>
                <a:ext uri="{FF2B5EF4-FFF2-40B4-BE49-F238E27FC236}">
                  <a16:creationId xmlns:a16="http://schemas.microsoft.com/office/drawing/2014/main" id="{DBC3961F-F642-1D19-1995-06F28A286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2688" y="1243584"/>
              <a:ext cx="256032" cy="256032"/>
            </a:xfrm>
            <a:prstGeom prst="rect">
              <a:avLst/>
            </a:prstGeom>
          </p:spPr>
        </p:pic>
        <p:sp>
          <p:nvSpPr>
            <p:cNvPr id="106" name="Text 3">
              <a:extLst>
                <a:ext uri="{FF2B5EF4-FFF2-40B4-BE49-F238E27FC236}">
                  <a16:creationId xmlns:a16="http://schemas.microsoft.com/office/drawing/2014/main" id="{B9833B0B-C61B-71E6-EA2F-9DA7D5F90E0F}"/>
                </a:ext>
              </a:extLst>
            </p:cNvPr>
            <p:cNvSpPr/>
            <p:nvPr/>
          </p:nvSpPr>
          <p:spPr>
            <a:xfrm>
              <a:off x="320040" y="1508760"/>
              <a:ext cx="1481328" cy="20116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111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Create Job</a:t>
              </a:r>
              <a:endParaRPr lang="en-US" sz="1100" dirty="0"/>
            </a:p>
          </p:txBody>
        </p:sp>
        <p:sp>
          <p:nvSpPr>
            <p:cNvPr id="108" name="Text 4">
              <a:extLst>
                <a:ext uri="{FF2B5EF4-FFF2-40B4-BE49-F238E27FC236}">
                  <a16:creationId xmlns:a16="http://schemas.microsoft.com/office/drawing/2014/main" id="{4FD09515-03E9-068C-A9D9-CE00486CDE4E}"/>
                </a:ext>
              </a:extLst>
            </p:cNvPr>
            <p:cNvSpPr/>
            <p:nvPr/>
          </p:nvSpPr>
          <p:spPr>
            <a:xfrm>
              <a:off x="320040" y="1709928"/>
              <a:ext cx="1481328" cy="24688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105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Recruiter action</a:t>
              </a:r>
              <a:endParaRPr lang="en-US" sz="1050" dirty="0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F229ADAA-5FB1-8328-B7DD-804E69A7F483}"/>
              </a:ext>
            </a:extLst>
          </p:cNvPr>
          <p:cNvSpPr txBox="1"/>
          <p:nvPr/>
        </p:nvSpPr>
        <p:spPr>
          <a:xfrm>
            <a:off x="1569720" y="1426464"/>
            <a:ext cx="2536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Creation</a:t>
            </a:r>
            <a:endParaRPr lang="en-US" sz="1200" b="1" dirty="0"/>
          </a:p>
        </p:txBody>
      </p:sp>
      <p:pic>
        <p:nvPicPr>
          <p:cNvPr id="117" name="Graphic 116" descr="Office worker male with solid fill">
            <a:extLst>
              <a:ext uri="{FF2B5EF4-FFF2-40B4-BE49-F238E27FC236}">
                <a16:creationId xmlns:a16="http://schemas.microsoft.com/office/drawing/2014/main" id="{C5409B98-B42A-0041-0280-96CB08D9FA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5448" y="1445378"/>
            <a:ext cx="291356" cy="291356"/>
          </a:xfrm>
          <a:prstGeom prst="rect">
            <a:avLst/>
          </a:prstGeom>
        </p:spPr>
      </p:pic>
      <p:sp>
        <p:nvSpPr>
          <p:cNvPr id="168" name="Shape 2">
            <a:extLst>
              <a:ext uri="{FF2B5EF4-FFF2-40B4-BE49-F238E27FC236}">
                <a16:creationId xmlns:a16="http://schemas.microsoft.com/office/drawing/2014/main" id="{68861EDA-B77B-3E4F-4A39-5D67AB44C70F}"/>
              </a:ext>
            </a:extLst>
          </p:cNvPr>
          <p:cNvSpPr/>
          <p:nvPr/>
        </p:nvSpPr>
        <p:spPr>
          <a:xfrm>
            <a:off x="1287510" y="3712776"/>
            <a:ext cx="1568287" cy="940329"/>
          </a:xfrm>
          <a:prstGeom prst="roundRect">
            <a:avLst>
              <a:gd name="adj" fmla="val 11364"/>
            </a:avLst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6">
            <a:extLst>
              <a:ext uri="{FF2B5EF4-FFF2-40B4-BE49-F238E27FC236}">
                <a16:creationId xmlns:a16="http://schemas.microsoft.com/office/drawing/2014/main" id="{F91726E9-DAD9-198C-4FE9-483C1C28C265}"/>
              </a:ext>
            </a:extLst>
          </p:cNvPr>
          <p:cNvSpPr/>
          <p:nvPr/>
        </p:nvSpPr>
        <p:spPr>
          <a:xfrm>
            <a:off x="3172967" y="3712776"/>
            <a:ext cx="1568287" cy="940329"/>
          </a:xfrm>
          <a:prstGeom prst="roundRect">
            <a:avLst>
              <a:gd name="adj" fmla="val 11364"/>
            </a:avLst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7">
            <a:extLst>
              <a:ext uri="{FF2B5EF4-FFF2-40B4-BE49-F238E27FC236}">
                <a16:creationId xmlns:a16="http://schemas.microsoft.com/office/drawing/2014/main" id="{BABB50F6-A4E8-9F61-3149-161306529705}"/>
              </a:ext>
            </a:extLst>
          </p:cNvPr>
          <p:cNvSpPr/>
          <p:nvPr/>
        </p:nvSpPr>
        <p:spPr>
          <a:xfrm>
            <a:off x="3215552" y="4051105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</a:t>
            </a:r>
          </a:p>
        </p:txBody>
      </p:sp>
      <p:sp>
        <p:nvSpPr>
          <p:cNvPr id="174" name="Text 8">
            <a:extLst>
              <a:ext uri="{FF2B5EF4-FFF2-40B4-BE49-F238E27FC236}">
                <a16:creationId xmlns:a16="http://schemas.microsoft.com/office/drawing/2014/main" id="{D26FEEEB-8D65-A8D7-4821-CF0D026C24E9}"/>
              </a:ext>
            </a:extLst>
          </p:cNvPr>
          <p:cNvSpPr/>
          <p:nvPr/>
        </p:nvSpPr>
        <p:spPr>
          <a:xfrm>
            <a:off x="3215552" y="4261700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90000"/>
              </a:lnSpc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extracted locally</a:t>
            </a:r>
            <a:endParaRPr lang="en-US" sz="1050" dirty="0"/>
          </a:p>
          <a:p>
            <a:pPr algn="ctr">
              <a:lnSpc>
                <a:spcPct val="90000"/>
              </a:lnSpc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redacted</a:t>
            </a:r>
            <a:endParaRPr lang="en-US" sz="1050" dirty="0"/>
          </a:p>
        </p:txBody>
      </p:sp>
      <p:sp>
        <p:nvSpPr>
          <p:cNvPr id="177" name="Text 3">
            <a:extLst>
              <a:ext uri="{FF2B5EF4-FFF2-40B4-BE49-F238E27FC236}">
                <a16:creationId xmlns:a16="http://schemas.microsoft.com/office/drawing/2014/main" id="{8A276E22-F2F6-724B-B48F-48B0912A4EEA}"/>
              </a:ext>
            </a:extLst>
          </p:cNvPr>
          <p:cNvSpPr/>
          <p:nvPr/>
        </p:nvSpPr>
        <p:spPr>
          <a:xfrm>
            <a:off x="1287510" y="4051105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Candidate</a:t>
            </a:r>
          </a:p>
        </p:txBody>
      </p:sp>
      <p:sp>
        <p:nvSpPr>
          <p:cNvPr id="178" name="Text 4">
            <a:extLst>
              <a:ext uri="{FF2B5EF4-FFF2-40B4-BE49-F238E27FC236}">
                <a16:creationId xmlns:a16="http://schemas.microsoft.com/office/drawing/2014/main" id="{27484E8E-1EC2-2994-0FA5-EBA5D71A564F}"/>
              </a:ext>
            </a:extLst>
          </p:cNvPr>
          <p:cNvSpPr/>
          <p:nvPr/>
        </p:nvSpPr>
        <p:spPr>
          <a:xfrm>
            <a:off x="1287510" y="4261700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job</a:t>
            </a:r>
          </a:p>
        </p:txBody>
      </p:sp>
      <p:pic>
        <p:nvPicPr>
          <p:cNvPr id="179" name="Graphic 178" descr="Office worker male with solid fill">
            <a:extLst>
              <a:ext uri="{FF2B5EF4-FFF2-40B4-BE49-F238E27FC236}">
                <a16:creationId xmlns:a16="http://schemas.microsoft.com/office/drawing/2014/main" id="{08A2B058-EB11-318E-EE0D-978CC076A2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5448" y="3279084"/>
            <a:ext cx="291356" cy="291356"/>
          </a:xfrm>
          <a:prstGeom prst="rect">
            <a:avLst/>
          </a:prstGeom>
        </p:spPr>
      </p:pic>
      <p:sp>
        <p:nvSpPr>
          <p:cNvPr id="181" name="TextBox 180">
            <a:extLst>
              <a:ext uri="{FF2B5EF4-FFF2-40B4-BE49-F238E27FC236}">
                <a16:creationId xmlns:a16="http://schemas.microsoft.com/office/drawing/2014/main" id="{100067D6-30FF-F0EE-C2E0-D695A80CD90C}"/>
              </a:ext>
            </a:extLst>
          </p:cNvPr>
          <p:cNvSpPr txBox="1"/>
          <p:nvPr/>
        </p:nvSpPr>
        <p:spPr>
          <a:xfrm>
            <a:off x="1576805" y="3276635"/>
            <a:ext cx="15682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Candidate</a:t>
            </a:r>
            <a:endParaRPr lang="en-US" sz="1200" b="1" dirty="0"/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73378337-D92E-0024-196D-0A0F3B45441C}"/>
              </a:ext>
            </a:extLst>
          </p:cNvPr>
          <p:cNvCxnSpPr/>
          <p:nvPr/>
        </p:nvCxnSpPr>
        <p:spPr>
          <a:xfrm>
            <a:off x="952500" y="2272128"/>
            <a:ext cx="0" cy="3959283"/>
          </a:xfrm>
          <a:prstGeom prst="line">
            <a:avLst/>
          </a:prstGeom>
          <a:ln w="22225">
            <a:solidFill>
              <a:srgbClr val="9A9A9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4" name="Oval 183">
            <a:extLst>
              <a:ext uri="{FF2B5EF4-FFF2-40B4-BE49-F238E27FC236}">
                <a16:creationId xmlns:a16="http://schemas.microsoft.com/office/drawing/2014/main" id="{CF000879-B394-8E57-4EAC-259B71AB2F71}"/>
              </a:ext>
            </a:extLst>
          </p:cNvPr>
          <p:cNvSpPr/>
          <p:nvPr/>
        </p:nvSpPr>
        <p:spPr>
          <a:xfrm>
            <a:off x="852379" y="2180794"/>
            <a:ext cx="190485" cy="205289"/>
          </a:xfrm>
          <a:prstGeom prst="ellipse">
            <a:avLst/>
          </a:prstGeom>
          <a:solidFill>
            <a:srgbClr val="9A9A9A"/>
          </a:solidFill>
          <a:ln>
            <a:solidFill>
              <a:srgbClr val="9A9A9A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Shape 5">
            <a:extLst>
              <a:ext uri="{FF2B5EF4-FFF2-40B4-BE49-F238E27FC236}">
                <a16:creationId xmlns:a16="http://schemas.microsoft.com/office/drawing/2014/main" id="{07A174DF-F1BE-775F-F31D-D1EE3DAD4FF2}"/>
              </a:ext>
            </a:extLst>
          </p:cNvPr>
          <p:cNvSpPr/>
          <p:nvPr/>
        </p:nvSpPr>
        <p:spPr>
          <a:xfrm>
            <a:off x="1060705" y="2281407"/>
            <a:ext cx="164592" cy="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5">
            <a:extLst>
              <a:ext uri="{FF2B5EF4-FFF2-40B4-BE49-F238E27FC236}">
                <a16:creationId xmlns:a16="http://schemas.microsoft.com/office/drawing/2014/main" id="{31B1F37A-13BB-5FB8-252F-016E3E9196A2}"/>
              </a:ext>
            </a:extLst>
          </p:cNvPr>
          <p:cNvSpPr/>
          <p:nvPr/>
        </p:nvSpPr>
        <p:spPr>
          <a:xfrm>
            <a:off x="2933817" y="4166647"/>
            <a:ext cx="164592" cy="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9">
            <a:extLst>
              <a:ext uri="{FF2B5EF4-FFF2-40B4-BE49-F238E27FC236}">
                <a16:creationId xmlns:a16="http://schemas.microsoft.com/office/drawing/2014/main" id="{8EE087A0-D8D6-EA7C-B5EB-355A86F13071}"/>
              </a:ext>
            </a:extLst>
          </p:cNvPr>
          <p:cNvSpPr/>
          <p:nvPr/>
        </p:nvSpPr>
        <p:spPr>
          <a:xfrm>
            <a:off x="4838546" y="4166647"/>
            <a:ext cx="164592" cy="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BAF1054E-7261-8009-1330-797CF33E9160}"/>
              </a:ext>
            </a:extLst>
          </p:cNvPr>
          <p:cNvSpPr/>
          <p:nvPr/>
        </p:nvSpPr>
        <p:spPr>
          <a:xfrm>
            <a:off x="858592" y="4066034"/>
            <a:ext cx="190485" cy="205289"/>
          </a:xfrm>
          <a:prstGeom prst="ellipse">
            <a:avLst/>
          </a:prstGeom>
          <a:solidFill>
            <a:srgbClr val="9A9A9A"/>
          </a:solidFill>
          <a:ln>
            <a:solidFill>
              <a:srgbClr val="9A9A9A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Shape 5">
            <a:extLst>
              <a:ext uri="{FF2B5EF4-FFF2-40B4-BE49-F238E27FC236}">
                <a16:creationId xmlns:a16="http://schemas.microsoft.com/office/drawing/2014/main" id="{AD5E0636-DC2B-0504-ED7B-3CB703ABD4D2}"/>
              </a:ext>
            </a:extLst>
          </p:cNvPr>
          <p:cNvSpPr/>
          <p:nvPr/>
        </p:nvSpPr>
        <p:spPr>
          <a:xfrm>
            <a:off x="1066918" y="4166647"/>
            <a:ext cx="164592" cy="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202" name="Image 3" descr="/home/claude/deck/icon_userplus_dark.png">
            <a:extLst>
              <a:ext uri="{FF2B5EF4-FFF2-40B4-BE49-F238E27FC236}">
                <a16:creationId xmlns:a16="http://schemas.microsoft.com/office/drawing/2014/main" id="{CFE62F11-BD0E-D135-8C9E-6487F68DF1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0158" y="3792338"/>
            <a:ext cx="256032" cy="256032"/>
          </a:xfrm>
          <a:prstGeom prst="rect">
            <a:avLst/>
          </a:prstGeom>
        </p:spPr>
      </p:pic>
      <p:pic>
        <p:nvPicPr>
          <p:cNvPr id="204" name="Image 4" descr="/home/claude/deck/icon_filetext_dark.png">
            <a:extLst>
              <a:ext uri="{FF2B5EF4-FFF2-40B4-BE49-F238E27FC236}">
                <a16:creationId xmlns:a16="http://schemas.microsoft.com/office/drawing/2014/main" id="{1BE8B54A-5BFE-BFB4-68DF-B5CA008737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8200" y="3804217"/>
            <a:ext cx="256032" cy="256032"/>
          </a:xfrm>
          <a:prstGeom prst="rect">
            <a:avLst/>
          </a:prstGeom>
        </p:spPr>
      </p:pic>
      <p:sp>
        <p:nvSpPr>
          <p:cNvPr id="208" name="Shape 22">
            <a:extLst>
              <a:ext uri="{FF2B5EF4-FFF2-40B4-BE49-F238E27FC236}">
                <a16:creationId xmlns:a16="http://schemas.microsoft.com/office/drawing/2014/main" id="{DD51040F-6DE8-2070-712D-887C4E85DD5A}"/>
              </a:ext>
            </a:extLst>
          </p:cNvPr>
          <p:cNvSpPr/>
          <p:nvPr/>
        </p:nvSpPr>
        <p:spPr>
          <a:xfrm>
            <a:off x="5130142" y="3712776"/>
            <a:ext cx="1568287" cy="946111"/>
          </a:xfrm>
          <a:prstGeom prst="roundRect">
            <a:avLst>
              <a:gd name="adj" fmla="val 11364"/>
            </a:avLst>
          </a:prstGeom>
          <a:noFill/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0" name="Image 5" descr="Shield with solid fill">
            <a:extLst>
              <a:ext uri="{FF2B5EF4-FFF2-40B4-BE49-F238E27FC236}">
                <a16:creationId xmlns:a16="http://schemas.microsoft.com/office/drawing/2014/main" id="{6CDC2323-B675-EDD6-69D5-28989D857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751305" y="3804217"/>
            <a:ext cx="256032" cy="256032"/>
          </a:xfrm>
          <a:prstGeom prst="rect">
            <a:avLst/>
          </a:prstGeom>
        </p:spPr>
      </p:pic>
      <p:sp>
        <p:nvSpPr>
          <p:cNvPr id="212" name="Text 23">
            <a:extLst>
              <a:ext uri="{FF2B5EF4-FFF2-40B4-BE49-F238E27FC236}">
                <a16:creationId xmlns:a16="http://schemas.microsoft.com/office/drawing/2014/main" id="{E7C27E7B-1E31-7C3A-F98A-1F52D621FC3C}"/>
              </a:ext>
            </a:extLst>
          </p:cNvPr>
          <p:cNvSpPr/>
          <p:nvPr/>
        </p:nvSpPr>
        <p:spPr>
          <a:xfrm>
            <a:off x="5172094" y="4042562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Resume Agent</a:t>
            </a:r>
            <a:endParaRPr lang="en-US" sz="1100" dirty="0"/>
          </a:p>
        </p:txBody>
      </p:sp>
      <p:sp>
        <p:nvSpPr>
          <p:cNvPr id="214" name="Text 24">
            <a:extLst>
              <a:ext uri="{FF2B5EF4-FFF2-40B4-BE49-F238E27FC236}">
                <a16:creationId xmlns:a16="http://schemas.microsoft.com/office/drawing/2014/main" id="{1F8D6691-121D-B236-9A4D-6B2A52E1AE80}"/>
              </a:ext>
            </a:extLst>
          </p:cNvPr>
          <p:cNvSpPr/>
          <p:nvPr/>
        </p:nvSpPr>
        <p:spPr>
          <a:xfrm>
            <a:off x="5172094" y="4291714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Privacy-filtered</a:t>
            </a:r>
            <a:endParaRPr lang="en-US" sz="10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skills profile</a:t>
            </a:r>
            <a:endParaRPr lang="en-US" sz="1050" dirty="0"/>
          </a:p>
        </p:txBody>
      </p:sp>
      <p:sp>
        <p:nvSpPr>
          <p:cNvPr id="216" name="Shape 25">
            <a:extLst>
              <a:ext uri="{FF2B5EF4-FFF2-40B4-BE49-F238E27FC236}">
                <a16:creationId xmlns:a16="http://schemas.microsoft.com/office/drawing/2014/main" id="{4DCAF037-EF28-82EF-32C6-A55ED80D6352}"/>
              </a:ext>
            </a:extLst>
          </p:cNvPr>
          <p:cNvSpPr/>
          <p:nvPr/>
        </p:nvSpPr>
        <p:spPr>
          <a:xfrm>
            <a:off x="6833460" y="4199258"/>
            <a:ext cx="164592" cy="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6">
            <a:extLst>
              <a:ext uri="{FF2B5EF4-FFF2-40B4-BE49-F238E27FC236}">
                <a16:creationId xmlns:a16="http://schemas.microsoft.com/office/drawing/2014/main" id="{CBFF1D5A-D0B6-DCC9-8C95-3CE83C0FAF53}"/>
              </a:ext>
            </a:extLst>
          </p:cNvPr>
          <p:cNvSpPr/>
          <p:nvPr/>
        </p:nvSpPr>
        <p:spPr>
          <a:xfrm>
            <a:off x="7096937" y="3713393"/>
            <a:ext cx="1568287" cy="946111"/>
          </a:xfrm>
          <a:prstGeom prst="roundRect">
            <a:avLst>
              <a:gd name="adj" fmla="val 11364"/>
            </a:avLst>
          </a:prstGeom>
          <a:noFill/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0" name="Image 6" descr="Database with solid fill">
            <a:extLst>
              <a:ext uri="{FF2B5EF4-FFF2-40B4-BE49-F238E27FC236}">
                <a16:creationId xmlns:a16="http://schemas.microsoft.com/office/drawing/2014/main" id="{1A68AC62-1773-40E3-65B6-5A8775746D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748377" y="3816118"/>
            <a:ext cx="256032" cy="256032"/>
          </a:xfrm>
          <a:prstGeom prst="rect">
            <a:avLst/>
          </a:prstGeom>
        </p:spPr>
      </p:pic>
      <p:sp>
        <p:nvSpPr>
          <p:cNvPr id="222" name="Text 27">
            <a:extLst>
              <a:ext uri="{FF2B5EF4-FFF2-40B4-BE49-F238E27FC236}">
                <a16:creationId xmlns:a16="http://schemas.microsoft.com/office/drawing/2014/main" id="{3F5122F2-D69F-F158-4941-019E5ED2190E}"/>
              </a:ext>
            </a:extLst>
          </p:cNvPr>
          <p:cNvSpPr/>
          <p:nvPr/>
        </p:nvSpPr>
        <p:spPr>
          <a:xfrm>
            <a:off x="7148318" y="4043179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Retrieval</a:t>
            </a:r>
            <a:endParaRPr lang="en-US" sz="1100" dirty="0"/>
          </a:p>
        </p:txBody>
      </p:sp>
      <p:sp>
        <p:nvSpPr>
          <p:cNvPr id="224" name="Text 28">
            <a:extLst>
              <a:ext uri="{FF2B5EF4-FFF2-40B4-BE49-F238E27FC236}">
                <a16:creationId xmlns:a16="http://schemas.microsoft.com/office/drawing/2014/main" id="{DC205C3B-9FF1-6CC8-3506-621F472C54A0}"/>
              </a:ext>
            </a:extLst>
          </p:cNvPr>
          <p:cNvSpPr/>
          <p:nvPr/>
        </p:nvSpPr>
        <p:spPr>
          <a:xfrm>
            <a:off x="7148318" y="4292331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pgvector RAG,</a:t>
            </a:r>
            <a:endParaRPr lang="en-US" sz="10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cases</a:t>
            </a:r>
            <a:endParaRPr lang="en-US" sz="1050" dirty="0"/>
          </a:p>
        </p:txBody>
      </p:sp>
      <p:sp>
        <p:nvSpPr>
          <p:cNvPr id="226" name="Shape 29">
            <a:extLst>
              <a:ext uri="{FF2B5EF4-FFF2-40B4-BE49-F238E27FC236}">
                <a16:creationId xmlns:a16="http://schemas.microsoft.com/office/drawing/2014/main" id="{EAEB3873-A005-E9B2-9798-F4C8608BD4C9}"/>
              </a:ext>
            </a:extLst>
          </p:cNvPr>
          <p:cNvSpPr/>
          <p:nvPr/>
        </p:nvSpPr>
        <p:spPr>
          <a:xfrm>
            <a:off x="7901730" y="4727468"/>
            <a:ext cx="0" cy="20545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30">
            <a:extLst>
              <a:ext uri="{FF2B5EF4-FFF2-40B4-BE49-F238E27FC236}">
                <a16:creationId xmlns:a16="http://schemas.microsoft.com/office/drawing/2014/main" id="{F771700A-7211-9212-8A38-C254E072962A}"/>
              </a:ext>
            </a:extLst>
          </p:cNvPr>
          <p:cNvSpPr/>
          <p:nvPr/>
        </p:nvSpPr>
        <p:spPr>
          <a:xfrm>
            <a:off x="7096937" y="5088502"/>
            <a:ext cx="1568287" cy="946111"/>
          </a:xfrm>
          <a:prstGeom prst="roundRect">
            <a:avLst>
              <a:gd name="adj" fmla="val 11364"/>
            </a:avLst>
          </a:prstGeom>
          <a:noFill/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0" name="Image 7" descr="Checklist with solid fill">
            <a:extLst>
              <a:ext uri="{FF2B5EF4-FFF2-40B4-BE49-F238E27FC236}">
                <a16:creationId xmlns:a16="http://schemas.microsoft.com/office/drawing/2014/main" id="{97DE9BB2-C0E3-58BC-4024-3FDFF5A620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748377" y="5184223"/>
            <a:ext cx="256032" cy="256032"/>
          </a:xfrm>
          <a:prstGeom prst="rect">
            <a:avLst/>
          </a:prstGeom>
        </p:spPr>
      </p:pic>
      <p:sp>
        <p:nvSpPr>
          <p:cNvPr id="232" name="Text 31">
            <a:extLst>
              <a:ext uri="{FF2B5EF4-FFF2-40B4-BE49-F238E27FC236}">
                <a16:creationId xmlns:a16="http://schemas.microsoft.com/office/drawing/2014/main" id="{D3D28D78-29AB-D2D4-3796-F11B8EEF532F}"/>
              </a:ext>
            </a:extLst>
          </p:cNvPr>
          <p:cNvSpPr/>
          <p:nvPr/>
        </p:nvSpPr>
        <p:spPr>
          <a:xfrm>
            <a:off x="7150185" y="5418288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100" dirty="0"/>
          </a:p>
        </p:txBody>
      </p:sp>
      <p:sp>
        <p:nvSpPr>
          <p:cNvPr id="234" name="Text 32">
            <a:extLst>
              <a:ext uri="{FF2B5EF4-FFF2-40B4-BE49-F238E27FC236}">
                <a16:creationId xmlns:a16="http://schemas.microsoft.com/office/drawing/2014/main" id="{8C23A588-64B0-C259-801A-B8F11DB7A617}"/>
              </a:ext>
            </a:extLst>
          </p:cNvPr>
          <p:cNvSpPr/>
          <p:nvPr/>
        </p:nvSpPr>
        <p:spPr>
          <a:xfrm>
            <a:off x="7150185" y="5667440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Coverage score +</a:t>
            </a:r>
            <a:endParaRPr lang="en-US" sz="10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cited gap reasoning</a:t>
            </a:r>
            <a:endParaRPr lang="en-US" sz="1050" dirty="0"/>
          </a:p>
        </p:txBody>
      </p:sp>
      <p:sp>
        <p:nvSpPr>
          <p:cNvPr id="236" name="Shape 33">
            <a:extLst>
              <a:ext uri="{FF2B5EF4-FFF2-40B4-BE49-F238E27FC236}">
                <a16:creationId xmlns:a16="http://schemas.microsoft.com/office/drawing/2014/main" id="{F9137560-BFBF-6CE5-88AF-181A68BEDABB}"/>
              </a:ext>
            </a:extLst>
          </p:cNvPr>
          <p:cNvSpPr/>
          <p:nvPr/>
        </p:nvSpPr>
        <p:spPr>
          <a:xfrm>
            <a:off x="8833479" y="5604847"/>
            <a:ext cx="164592" cy="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34">
            <a:extLst>
              <a:ext uri="{FF2B5EF4-FFF2-40B4-BE49-F238E27FC236}">
                <a16:creationId xmlns:a16="http://schemas.microsoft.com/office/drawing/2014/main" id="{17474733-F282-4C4C-9A78-158082324118}"/>
              </a:ext>
            </a:extLst>
          </p:cNvPr>
          <p:cNvSpPr/>
          <p:nvPr/>
        </p:nvSpPr>
        <p:spPr>
          <a:xfrm>
            <a:off x="9167254" y="5088502"/>
            <a:ext cx="1568287" cy="946111"/>
          </a:xfrm>
          <a:prstGeom prst="roundRect">
            <a:avLst>
              <a:gd name="adj" fmla="val 11364"/>
            </a:avLst>
          </a:prstGeom>
          <a:noFill/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0" name="Image 8" descr="Questions with solid fill">
            <a:extLst>
              <a:ext uri="{FF2B5EF4-FFF2-40B4-BE49-F238E27FC236}">
                <a16:creationId xmlns:a16="http://schemas.microsoft.com/office/drawing/2014/main" id="{212CB3B3-E8AF-65F5-2398-E0EC61C2DA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9828482" y="5163291"/>
            <a:ext cx="256032" cy="256032"/>
          </a:xfrm>
          <a:prstGeom prst="rect">
            <a:avLst/>
          </a:prstGeom>
        </p:spPr>
      </p:pic>
      <p:sp>
        <p:nvSpPr>
          <p:cNvPr id="242" name="Text 35">
            <a:extLst>
              <a:ext uri="{FF2B5EF4-FFF2-40B4-BE49-F238E27FC236}">
                <a16:creationId xmlns:a16="http://schemas.microsoft.com/office/drawing/2014/main" id="{F532F71B-000B-DA7A-219B-75353C43063A}"/>
              </a:ext>
            </a:extLst>
          </p:cNvPr>
          <p:cNvSpPr/>
          <p:nvPr/>
        </p:nvSpPr>
        <p:spPr>
          <a:xfrm>
            <a:off x="9215834" y="5418288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Question Agent</a:t>
            </a:r>
            <a:endParaRPr lang="en-US" sz="1100" dirty="0"/>
          </a:p>
        </p:txBody>
      </p:sp>
      <p:sp>
        <p:nvSpPr>
          <p:cNvPr id="244" name="Text 36">
            <a:extLst>
              <a:ext uri="{FF2B5EF4-FFF2-40B4-BE49-F238E27FC236}">
                <a16:creationId xmlns:a16="http://schemas.microsoft.com/office/drawing/2014/main" id="{DD835776-37C7-4EA3-97B4-5F76298F6C9C}"/>
              </a:ext>
            </a:extLst>
          </p:cNvPr>
          <p:cNvSpPr/>
          <p:nvPr/>
        </p:nvSpPr>
        <p:spPr>
          <a:xfrm>
            <a:off x="9215834" y="5667440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Screening, technical,</a:t>
            </a:r>
            <a:endParaRPr lang="en-US" sz="10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gap-validation Qs</a:t>
            </a:r>
            <a:endParaRPr lang="en-US" sz="1050" dirty="0"/>
          </a:p>
        </p:txBody>
      </p:sp>
      <p:pic>
        <p:nvPicPr>
          <p:cNvPr id="249" name="Image 0" descr="Inbox with solid fill">
            <a:extLst>
              <a:ext uri="{FF2B5EF4-FFF2-40B4-BE49-F238E27FC236}">
                <a16:creationId xmlns:a16="http://schemas.microsoft.com/office/drawing/2014/main" id="{9E4F335F-45C7-E78F-96C5-AC90EC1714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5751305" y="1943645"/>
            <a:ext cx="256032" cy="256032"/>
          </a:xfrm>
          <a:prstGeom prst="rect">
            <a:avLst/>
          </a:prstGeom>
        </p:spPr>
      </p:pic>
      <p:pic>
        <p:nvPicPr>
          <p:cNvPr id="257" name="Image 2" descr="Detective male with solid fill">
            <a:extLst>
              <a:ext uri="{FF2B5EF4-FFF2-40B4-BE49-F238E27FC236}">
                <a16:creationId xmlns:a16="http://schemas.microsoft.com/office/drawing/2014/main" id="{5BA92F13-D622-81B0-EDA6-7103BAB8DE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399556" y="3788072"/>
            <a:ext cx="256032" cy="256032"/>
          </a:xfrm>
          <a:prstGeom prst="rect">
            <a:avLst/>
          </a:prstGeom>
        </p:spPr>
      </p:pic>
      <p:pic>
        <p:nvPicPr>
          <p:cNvPr id="265" name="Image 2" descr="Detective male with solid fill">
            <a:extLst>
              <a:ext uri="{FF2B5EF4-FFF2-40B4-BE49-F238E27FC236}">
                <a16:creationId xmlns:a16="http://schemas.microsoft.com/office/drawing/2014/main" id="{D7E9DE7D-4621-F5CD-E187-AC2A753001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371178" y="3789562"/>
            <a:ext cx="256032" cy="256032"/>
          </a:xfrm>
          <a:prstGeom prst="rect">
            <a:avLst/>
          </a:prstGeom>
        </p:spPr>
      </p:pic>
      <p:pic>
        <p:nvPicPr>
          <p:cNvPr id="269" name="Image 2" descr="Detective male with solid fill">
            <a:extLst>
              <a:ext uri="{FF2B5EF4-FFF2-40B4-BE49-F238E27FC236}">
                <a16:creationId xmlns:a16="http://schemas.microsoft.com/office/drawing/2014/main" id="{69FDE004-6B78-EF08-FF96-E89219B47C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372259" y="5161811"/>
            <a:ext cx="256032" cy="256032"/>
          </a:xfrm>
          <a:prstGeom prst="rect">
            <a:avLst/>
          </a:prstGeom>
        </p:spPr>
      </p:pic>
      <p:pic>
        <p:nvPicPr>
          <p:cNvPr id="272" name="Image 2" descr="Detective male with solid fill">
            <a:extLst>
              <a:ext uri="{FF2B5EF4-FFF2-40B4-BE49-F238E27FC236}">
                <a16:creationId xmlns:a16="http://schemas.microsoft.com/office/drawing/2014/main" id="{1F54EEF2-5DF2-DB30-2928-33E9537834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36699" y="5161142"/>
            <a:ext cx="256032" cy="256032"/>
          </a:xfrm>
          <a:prstGeom prst="rect">
            <a:avLst/>
          </a:prstGeom>
        </p:spPr>
      </p:pic>
      <p:sp>
        <p:nvSpPr>
          <p:cNvPr id="275" name="Shape 5">
            <a:extLst>
              <a:ext uri="{FF2B5EF4-FFF2-40B4-BE49-F238E27FC236}">
                <a16:creationId xmlns:a16="http://schemas.microsoft.com/office/drawing/2014/main" id="{A77AF5DD-6F0C-26DC-1F70-FCD00270669D}"/>
              </a:ext>
            </a:extLst>
          </p:cNvPr>
          <p:cNvSpPr/>
          <p:nvPr/>
        </p:nvSpPr>
        <p:spPr>
          <a:xfrm>
            <a:off x="952500" y="6195824"/>
            <a:ext cx="0" cy="205289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FC55D-CE98-1F61-856E-52A9EBF3D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1DE460-3032-FC9E-4A30-EA47086D8365}"/>
              </a:ext>
            </a:extLst>
          </p:cNvPr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AGENTIC WORKFLOW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4A5316-A5E8-348A-D424-79D0C73721E4}"/>
              </a:ext>
            </a:extLst>
          </p:cNvPr>
          <p:cNvSpPr/>
          <p:nvPr/>
        </p:nvSpPr>
        <p:spPr>
          <a:xfrm>
            <a:off x="548640" y="53035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job creation to hiring decision — the full agentic lifecycle</a:t>
            </a:r>
            <a:endParaRPr lang="en-US" sz="2000" dirty="0"/>
          </a:p>
        </p:txBody>
      </p:sp>
      <p:sp>
        <p:nvSpPr>
          <p:cNvPr id="54" name="Shape 42">
            <a:extLst>
              <a:ext uri="{FF2B5EF4-FFF2-40B4-BE49-F238E27FC236}">
                <a16:creationId xmlns:a16="http://schemas.microsoft.com/office/drawing/2014/main" id="{2F668A4D-A5D2-9690-035F-13610309BD5B}"/>
              </a:ext>
            </a:extLst>
          </p:cNvPr>
          <p:cNvSpPr/>
          <p:nvPr/>
        </p:nvSpPr>
        <p:spPr>
          <a:xfrm>
            <a:off x="3884708" y="3124923"/>
            <a:ext cx="2103120" cy="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5" name="Shape 43">
            <a:extLst>
              <a:ext uri="{FF2B5EF4-FFF2-40B4-BE49-F238E27FC236}">
                <a16:creationId xmlns:a16="http://schemas.microsoft.com/office/drawing/2014/main" id="{AAF74353-A10D-6193-D10D-33B5CCEDF391}"/>
              </a:ext>
            </a:extLst>
          </p:cNvPr>
          <p:cNvSpPr/>
          <p:nvPr/>
        </p:nvSpPr>
        <p:spPr>
          <a:xfrm>
            <a:off x="3889048" y="3120256"/>
            <a:ext cx="0" cy="173815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4">
            <a:extLst>
              <a:ext uri="{FF2B5EF4-FFF2-40B4-BE49-F238E27FC236}">
                <a16:creationId xmlns:a16="http://schemas.microsoft.com/office/drawing/2014/main" id="{3B88E0FD-72F3-2BB8-E9AA-EA3180A3CDD1}"/>
              </a:ext>
            </a:extLst>
          </p:cNvPr>
          <p:cNvSpPr/>
          <p:nvPr/>
        </p:nvSpPr>
        <p:spPr>
          <a:xfrm>
            <a:off x="5978239" y="3117255"/>
            <a:ext cx="0" cy="17039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52">
            <a:extLst>
              <a:ext uri="{FF2B5EF4-FFF2-40B4-BE49-F238E27FC236}">
                <a16:creationId xmlns:a16="http://schemas.microsoft.com/office/drawing/2014/main" id="{FD32563A-0A57-80FE-097C-65E08F7914D2}"/>
              </a:ext>
            </a:extLst>
          </p:cNvPr>
          <p:cNvSpPr/>
          <p:nvPr/>
        </p:nvSpPr>
        <p:spPr>
          <a:xfrm>
            <a:off x="5979386" y="4307183"/>
            <a:ext cx="0" cy="226789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53">
            <a:extLst>
              <a:ext uri="{FF2B5EF4-FFF2-40B4-BE49-F238E27FC236}">
                <a16:creationId xmlns:a16="http://schemas.microsoft.com/office/drawing/2014/main" id="{8C3E86A3-15E6-2D7E-199D-C5E39AB00BBC}"/>
              </a:ext>
            </a:extLst>
          </p:cNvPr>
          <p:cNvSpPr/>
          <p:nvPr/>
        </p:nvSpPr>
        <p:spPr>
          <a:xfrm>
            <a:off x="3885792" y="4529435"/>
            <a:ext cx="2103120" cy="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65">
            <a:extLst>
              <a:ext uri="{FF2B5EF4-FFF2-40B4-BE49-F238E27FC236}">
                <a16:creationId xmlns:a16="http://schemas.microsoft.com/office/drawing/2014/main" id="{32B88F85-1859-8F93-FFFE-CC34BEA00C5D}"/>
              </a:ext>
            </a:extLst>
          </p:cNvPr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82" name="Shape 2">
            <a:extLst>
              <a:ext uri="{FF2B5EF4-FFF2-40B4-BE49-F238E27FC236}">
                <a16:creationId xmlns:a16="http://schemas.microsoft.com/office/drawing/2014/main" id="{BD8F1860-101F-F50D-9B7F-BB9D565FA032}"/>
              </a:ext>
            </a:extLst>
          </p:cNvPr>
          <p:cNvSpPr/>
          <p:nvPr/>
        </p:nvSpPr>
        <p:spPr>
          <a:xfrm>
            <a:off x="1246270" y="1879070"/>
            <a:ext cx="1568287" cy="940329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FF55F93-8A21-887E-63AA-CBB0070CBF32}"/>
              </a:ext>
            </a:extLst>
          </p:cNvPr>
          <p:cNvGrpSpPr/>
          <p:nvPr/>
        </p:nvGrpSpPr>
        <p:grpSpPr>
          <a:xfrm>
            <a:off x="1287510" y="2217399"/>
            <a:ext cx="1481328" cy="448056"/>
            <a:chOff x="320040" y="1508760"/>
            <a:chExt cx="1481328" cy="448056"/>
          </a:xfrm>
        </p:grpSpPr>
        <p:sp>
          <p:nvSpPr>
            <p:cNvPr id="95" name="Text 3">
              <a:extLst>
                <a:ext uri="{FF2B5EF4-FFF2-40B4-BE49-F238E27FC236}">
                  <a16:creationId xmlns:a16="http://schemas.microsoft.com/office/drawing/2014/main" id="{3E137C4C-B2AC-9DFF-4C97-DC3F3CCDFD04}"/>
                </a:ext>
              </a:extLst>
            </p:cNvPr>
            <p:cNvSpPr/>
            <p:nvPr/>
          </p:nvSpPr>
          <p:spPr>
            <a:xfrm>
              <a:off x="320040" y="1508760"/>
              <a:ext cx="1481328" cy="20116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Interview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96" name="Text 4">
              <a:extLst>
                <a:ext uri="{FF2B5EF4-FFF2-40B4-BE49-F238E27FC236}">
                  <a16:creationId xmlns:a16="http://schemas.microsoft.com/office/drawing/2014/main" id="{006FE29A-B0BF-CE78-3581-93CD3491A699}"/>
                </a:ext>
              </a:extLst>
            </p:cNvPr>
            <p:cNvSpPr/>
            <p:nvPr/>
          </p:nvSpPr>
          <p:spPr>
            <a:xfrm>
              <a:off x="320040" y="1709928"/>
              <a:ext cx="1481328" cy="24688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1050" dirty="0">
                  <a:solidFill>
                    <a:srgbClr val="9A9A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Transcript Captured</a:t>
              </a:r>
              <a:endParaRPr lang="en-US" sz="1050" dirty="0">
                <a:solidFill>
                  <a:srgbClr val="9A9A9A"/>
                </a:solidFill>
              </a:endParaRP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1B81A0C9-B787-F8BE-8570-67F17AB77FC2}"/>
              </a:ext>
            </a:extLst>
          </p:cNvPr>
          <p:cNvSpPr txBox="1"/>
          <p:nvPr/>
        </p:nvSpPr>
        <p:spPr>
          <a:xfrm>
            <a:off x="1569720" y="1426464"/>
            <a:ext cx="2536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</a:t>
            </a:r>
            <a:endParaRPr lang="en-US" sz="1200" b="1" dirty="0"/>
          </a:p>
        </p:txBody>
      </p:sp>
      <p:sp>
        <p:nvSpPr>
          <p:cNvPr id="99" name="Shape 2">
            <a:extLst>
              <a:ext uri="{FF2B5EF4-FFF2-40B4-BE49-F238E27FC236}">
                <a16:creationId xmlns:a16="http://schemas.microsoft.com/office/drawing/2014/main" id="{C772B3B5-9C6D-D69D-0E55-24B8F7E1398D}"/>
              </a:ext>
            </a:extLst>
          </p:cNvPr>
          <p:cNvSpPr/>
          <p:nvPr/>
        </p:nvSpPr>
        <p:spPr>
          <a:xfrm>
            <a:off x="1287510" y="5070237"/>
            <a:ext cx="1568287" cy="940329"/>
          </a:xfrm>
          <a:prstGeom prst="roundRect">
            <a:avLst>
              <a:gd name="adj" fmla="val 11364"/>
            </a:avLst>
          </a:prstGeom>
          <a:solidFill>
            <a:schemeClr val="tx1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3">
            <a:extLst>
              <a:ext uri="{FF2B5EF4-FFF2-40B4-BE49-F238E27FC236}">
                <a16:creationId xmlns:a16="http://schemas.microsoft.com/office/drawing/2014/main" id="{A4C8B521-E479-8DB6-AC07-2A746EA0FB01}"/>
              </a:ext>
            </a:extLst>
          </p:cNvPr>
          <p:cNvSpPr/>
          <p:nvPr/>
        </p:nvSpPr>
        <p:spPr>
          <a:xfrm>
            <a:off x="1325218" y="5408566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</a:p>
        </p:txBody>
      </p:sp>
      <p:sp>
        <p:nvSpPr>
          <p:cNvPr id="104" name="Text 4">
            <a:extLst>
              <a:ext uri="{FF2B5EF4-FFF2-40B4-BE49-F238E27FC236}">
                <a16:creationId xmlns:a16="http://schemas.microsoft.com/office/drawing/2014/main" id="{75E59ADE-CD6A-6133-A9D2-4EACB180D090}"/>
              </a:ext>
            </a:extLst>
          </p:cNvPr>
          <p:cNvSpPr/>
          <p:nvPr/>
        </p:nvSpPr>
        <p:spPr>
          <a:xfrm>
            <a:off x="1325218" y="5619161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90000"/>
              </a:lnSpc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packet:</a:t>
            </a:r>
            <a:endParaRPr lang="en-US" sz="1050" dirty="0">
              <a:solidFill>
                <a:srgbClr val="9A9A9A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/ hold / reject</a:t>
            </a:r>
            <a:endParaRPr lang="en-US" sz="1050" dirty="0">
              <a:solidFill>
                <a:srgbClr val="9A9A9A"/>
              </a:solidFill>
            </a:endParaRPr>
          </a:p>
        </p:txBody>
      </p:sp>
      <p:pic>
        <p:nvPicPr>
          <p:cNvPr id="105" name="Graphic 104" descr="Office worker male with solid fill">
            <a:extLst>
              <a:ext uri="{FF2B5EF4-FFF2-40B4-BE49-F238E27FC236}">
                <a16:creationId xmlns:a16="http://schemas.microsoft.com/office/drawing/2014/main" id="{8A12A963-B1CF-0215-4746-F60190F093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5448" y="4636545"/>
            <a:ext cx="291356" cy="291356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61D56571-E213-9554-2798-CC3373220459}"/>
              </a:ext>
            </a:extLst>
          </p:cNvPr>
          <p:cNvSpPr txBox="1"/>
          <p:nvPr/>
        </p:nvSpPr>
        <p:spPr>
          <a:xfrm>
            <a:off x="1576805" y="4634096"/>
            <a:ext cx="15682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Decision</a:t>
            </a:r>
            <a:endParaRPr lang="en-US" sz="1200" b="1" dirty="0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F3CF6309-3E48-B650-FCB9-6EACD628E605}"/>
              </a:ext>
            </a:extLst>
          </p:cNvPr>
          <p:cNvCxnSpPr/>
          <p:nvPr/>
        </p:nvCxnSpPr>
        <p:spPr>
          <a:xfrm>
            <a:off x="952500" y="2257481"/>
            <a:ext cx="0" cy="3272135"/>
          </a:xfrm>
          <a:prstGeom prst="line">
            <a:avLst/>
          </a:prstGeom>
          <a:ln w="22225">
            <a:solidFill>
              <a:srgbClr val="9A9A9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F7CE44E2-F87F-3DAF-D6BC-DC0DC07A86EB}"/>
              </a:ext>
            </a:extLst>
          </p:cNvPr>
          <p:cNvSpPr/>
          <p:nvPr/>
        </p:nvSpPr>
        <p:spPr>
          <a:xfrm>
            <a:off x="852379" y="2180794"/>
            <a:ext cx="190485" cy="205289"/>
          </a:xfrm>
          <a:prstGeom prst="ellipse">
            <a:avLst/>
          </a:prstGeom>
          <a:solidFill>
            <a:srgbClr val="9A9A9A"/>
          </a:solidFill>
          <a:ln>
            <a:solidFill>
              <a:srgbClr val="9A9A9A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Shape 5">
            <a:extLst>
              <a:ext uri="{FF2B5EF4-FFF2-40B4-BE49-F238E27FC236}">
                <a16:creationId xmlns:a16="http://schemas.microsoft.com/office/drawing/2014/main" id="{33877DAE-DAA9-4E6F-17BD-A6228D63A8D9}"/>
              </a:ext>
            </a:extLst>
          </p:cNvPr>
          <p:cNvSpPr/>
          <p:nvPr/>
        </p:nvSpPr>
        <p:spPr>
          <a:xfrm>
            <a:off x="1045465" y="2281407"/>
            <a:ext cx="164592" cy="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6AE4109-B441-C6FE-BAE7-381701E34C92}"/>
              </a:ext>
            </a:extLst>
          </p:cNvPr>
          <p:cNvSpPr/>
          <p:nvPr/>
        </p:nvSpPr>
        <p:spPr>
          <a:xfrm>
            <a:off x="858592" y="5423495"/>
            <a:ext cx="190485" cy="205289"/>
          </a:xfrm>
          <a:prstGeom prst="ellipse">
            <a:avLst/>
          </a:prstGeom>
          <a:solidFill>
            <a:srgbClr val="9A9A9A"/>
          </a:solidFill>
          <a:ln>
            <a:solidFill>
              <a:srgbClr val="9A9A9A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Shape 5">
            <a:extLst>
              <a:ext uri="{FF2B5EF4-FFF2-40B4-BE49-F238E27FC236}">
                <a16:creationId xmlns:a16="http://schemas.microsoft.com/office/drawing/2014/main" id="{E02574E4-4A54-2181-026A-7AF0DC9C625D}"/>
              </a:ext>
            </a:extLst>
          </p:cNvPr>
          <p:cNvSpPr/>
          <p:nvPr/>
        </p:nvSpPr>
        <p:spPr>
          <a:xfrm>
            <a:off x="1051678" y="5524108"/>
            <a:ext cx="164592" cy="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98" name="Graphic 97" descr="Users with solid fill">
            <a:extLst>
              <a:ext uri="{FF2B5EF4-FFF2-40B4-BE49-F238E27FC236}">
                <a16:creationId xmlns:a16="http://schemas.microsoft.com/office/drawing/2014/main" id="{A757BD4B-5B55-C1D2-136A-8E8AA9B2A0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8173" y="1405659"/>
            <a:ext cx="352541" cy="352541"/>
          </a:xfrm>
          <a:prstGeom prst="rect">
            <a:avLst/>
          </a:prstGeom>
        </p:spPr>
      </p:pic>
      <p:pic>
        <p:nvPicPr>
          <p:cNvPr id="50" name="Image 9" descr="/home/claude/deck/icon_mic_light.png">
            <a:extLst>
              <a:ext uri="{FF2B5EF4-FFF2-40B4-BE49-F238E27FC236}">
                <a16:creationId xmlns:a16="http://schemas.microsoft.com/office/drawing/2014/main" id="{42E3477C-F3DD-36AD-771B-5536607EC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0158" y="1953699"/>
            <a:ext cx="256032" cy="256032"/>
          </a:xfrm>
          <a:prstGeom prst="rect">
            <a:avLst/>
          </a:prstGeom>
        </p:spPr>
      </p:pic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5AC40C11-00FC-B467-D957-C4CBC9268672}"/>
              </a:ext>
            </a:extLst>
          </p:cNvPr>
          <p:cNvCxnSpPr>
            <a:cxnSpLocks/>
            <a:stCxn id="82" idx="3"/>
          </p:cNvCxnSpPr>
          <p:nvPr/>
        </p:nvCxnSpPr>
        <p:spPr>
          <a:xfrm>
            <a:off x="2814557" y="2349235"/>
            <a:ext cx="2102371" cy="764319"/>
          </a:xfrm>
          <a:prstGeom prst="bentConnector3">
            <a:avLst>
              <a:gd name="adj1" fmla="val 100290"/>
            </a:avLst>
          </a:prstGeom>
          <a:ln w="19050">
            <a:solidFill>
              <a:srgbClr val="9A9A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Shape 30">
            <a:extLst>
              <a:ext uri="{FF2B5EF4-FFF2-40B4-BE49-F238E27FC236}">
                <a16:creationId xmlns:a16="http://schemas.microsoft.com/office/drawing/2014/main" id="{244751EB-0DBD-BD28-B81A-C2CD33ABD017}"/>
              </a:ext>
            </a:extLst>
          </p:cNvPr>
          <p:cNvSpPr/>
          <p:nvPr/>
        </p:nvSpPr>
        <p:spPr>
          <a:xfrm>
            <a:off x="3101722" y="3343574"/>
            <a:ext cx="1568287" cy="946111"/>
          </a:xfrm>
          <a:prstGeom prst="roundRect">
            <a:avLst>
              <a:gd name="adj" fmla="val 11364"/>
            </a:avLst>
          </a:prstGeom>
          <a:noFill/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31">
            <a:extLst>
              <a:ext uri="{FF2B5EF4-FFF2-40B4-BE49-F238E27FC236}">
                <a16:creationId xmlns:a16="http://schemas.microsoft.com/office/drawing/2014/main" id="{E480380E-0DF2-9A94-EEE6-8BC36F82ADF8}"/>
              </a:ext>
            </a:extLst>
          </p:cNvPr>
          <p:cNvSpPr/>
          <p:nvPr/>
        </p:nvSpPr>
        <p:spPr>
          <a:xfrm>
            <a:off x="3154970" y="3673360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Eval.</a:t>
            </a:r>
          </a:p>
        </p:txBody>
      </p:sp>
      <p:sp>
        <p:nvSpPr>
          <p:cNvPr id="151" name="Text 32">
            <a:extLst>
              <a:ext uri="{FF2B5EF4-FFF2-40B4-BE49-F238E27FC236}">
                <a16:creationId xmlns:a16="http://schemas.microsoft.com/office/drawing/2014/main" id="{74CE97BE-2CB7-47EF-5227-A76DC390E058}"/>
              </a:ext>
            </a:extLst>
          </p:cNvPr>
          <p:cNvSpPr/>
          <p:nvPr/>
        </p:nvSpPr>
        <p:spPr>
          <a:xfrm>
            <a:off x="3154970" y="3922512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90000"/>
              </a:lnSpc>
            </a:pPr>
            <a:r>
              <a:rPr lang="en-US" sz="1050" dirty="0">
                <a:solidFill>
                  <a:srgbClr val="0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Quote-cited scoring</a:t>
            </a:r>
            <a:endParaRPr lang="en-US" sz="1050" dirty="0"/>
          </a:p>
          <a:p>
            <a:pPr algn="ctr">
              <a:lnSpc>
                <a:spcPct val="90000"/>
              </a:lnSpc>
            </a:pPr>
            <a:r>
              <a:rPr lang="en-US" sz="1050" dirty="0">
                <a:solidFill>
                  <a:srgbClr val="0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050" dirty="0" err="1">
                <a:solidFill>
                  <a:srgbClr val="0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r>
              <a:rPr lang="en-US" sz="1050" dirty="0">
                <a:solidFill>
                  <a:srgbClr val="0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155" name="Shape 34">
            <a:extLst>
              <a:ext uri="{FF2B5EF4-FFF2-40B4-BE49-F238E27FC236}">
                <a16:creationId xmlns:a16="http://schemas.microsoft.com/office/drawing/2014/main" id="{9C55E15B-8164-29EA-94D1-2F3341593D1C}"/>
              </a:ext>
            </a:extLst>
          </p:cNvPr>
          <p:cNvSpPr/>
          <p:nvPr/>
        </p:nvSpPr>
        <p:spPr>
          <a:xfrm>
            <a:off x="5172039" y="3343574"/>
            <a:ext cx="1568287" cy="946111"/>
          </a:xfrm>
          <a:prstGeom prst="roundRect">
            <a:avLst>
              <a:gd name="adj" fmla="val 11364"/>
            </a:avLst>
          </a:prstGeom>
          <a:noFill/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35">
            <a:extLst>
              <a:ext uri="{FF2B5EF4-FFF2-40B4-BE49-F238E27FC236}">
                <a16:creationId xmlns:a16="http://schemas.microsoft.com/office/drawing/2014/main" id="{747357D8-CC07-4EFE-A6EE-A2BE530B1A18}"/>
              </a:ext>
            </a:extLst>
          </p:cNvPr>
          <p:cNvSpPr/>
          <p:nvPr/>
        </p:nvSpPr>
        <p:spPr>
          <a:xfrm>
            <a:off x="5220619" y="3673360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Red Flag Agent</a:t>
            </a:r>
          </a:p>
        </p:txBody>
      </p:sp>
      <p:sp>
        <p:nvSpPr>
          <p:cNvPr id="161" name="Text 36">
            <a:extLst>
              <a:ext uri="{FF2B5EF4-FFF2-40B4-BE49-F238E27FC236}">
                <a16:creationId xmlns:a16="http://schemas.microsoft.com/office/drawing/2014/main" id="{4B041A3C-234A-E34E-1F02-173B2D856C9B}"/>
              </a:ext>
            </a:extLst>
          </p:cNvPr>
          <p:cNvSpPr/>
          <p:nvPr/>
        </p:nvSpPr>
        <p:spPr>
          <a:xfrm>
            <a:off x="5220619" y="3922512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90000"/>
              </a:lnSpc>
            </a:pPr>
            <a:r>
              <a:rPr lang="en-US" sz="1050" dirty="0">
                <a:solidFill>
                  <a:srgbClr val="0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vs. interview</a:t>
            </a:r>
            <a:endParaRPr lang="en-US" sz="1050" dirty="0"/>
          </a:p>
          <a:p>
            <a:pPr algn="ctr">
              <a:lnSpc>
                <a:spcPct val="90000"/>
              </a:lnSpc>
            </a:pPr>
            <a:r>
              <a:rPr lang="en-US" sz="1050" dirty="0">
                <a:solidFill>
                  <a:srgbClr val="0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inconsistencies</a:t>
            </a:r>
            <a:endParaRPr lang="en-US" sz="1050" dirty="0"/>
          </a:p>
        </p:txBody>
      </p:sp>
      <p:pic>
        <p:nvPicPr>
          <p:cNvPr id="163" name="Image 2" descr="Detective male with solid fill">
            <a:extLst>
              <a:ext uri="{FF2B5EF4-FFF2-40B4-BE49-F238E27FC236}">
                <a16:creationId xmlns:a16="http://schemas.microsoft.com/office/drawing/2014/main" id="{F3520E1A-E0D3-AEC2-2CA2-383610872E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377044" y="3416883"/>
            <a:ext cx="256032" cy="256032"/>
          </a:xfrm>
          <a:prstGeom prst="rect">
            <a:avLst/>
          </a:prstGeom>
        </p:spPr>
      </p:pic>
      <p:pic>
        <p:nvPicPr>
          <p:cNvPr id="165" name="Image 2" descr="Detective male with solid fill">
            <a:extLst>
              <a:ext uri="{FF2B5EF4-FFF2-40B4-BE49-F238E27FC236}">
                <a16:creationId xmlns:a16="http://schemas.microsoft.com/office/drawing/2014/main" id="{A9E24957-994C-D143-8676-54E5616DD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441484" y="3416214"/>
            <a:ext cx="256032" cy="256032"/>
          </a:xfrm>
          <a:prstGeom prst="rect">
            <a:avLst/>
          </a:prstGeom>
        </p:spPr>
      </p:pic>
      <p:pic>
        <p:nvPicPr>
          <p:cNvPr id="58" name="Image 10" descr="/home/claude/deck/icon_checksq_light.png">
            <a:extLst>
              <a:ext uri="{FF2B5EF4-FFF2-40B4-BE49-F238E27FC236}">
                <a16:creationId xmlns:a16="http://schemas.microsoft.com/office/drawing/2014/main" id="{60F8B1EB-B584-AA9E-B9EC-C163CD57E9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1032" y="3419051"/>
            <a:ext cx="256032" cy="256032"/>
          </a:xfrm>
          <a:prstGeom prst="rect">
            <a:avLst/>
          </a:prstGeom>
          <a:solidFill>
            <a:srgbClr val="00B050"/>
          </a:solidFill>
        </p:spPr>
      </p:pic>
      <p:pic>
        <p:nvPicPr>
          <p:cNvPr id="62" name="Image 11" descr="/home/claude/deck/icon_flag_light.png">
            <a:extLst>
              <a:ext uri="{FF2B5EF4-FFF2-40B4-BE49-F238E27FC236}">
                <a16:creationId xmlns:a16="http://schemas.microsoft.com/office/drawing/2014/main" id="{0B63186E-DAA9-2855-710C-3F620C0ECF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8166" y="3415020"/>
            <a:ext cx="256032" cy="256032"/>
          </a:xfrm>
          <a:prstGeom prst="rect">
            <a:avLst/>
          </a:prstGeom>
          <a:solidFill>
            <a:srgbClr val="FF0000"/>
          </a:solidFill>
        </p:spPr>
      </p:pic>
      <p:pic>
        <p:nvPicPr>
          <p:cNvPr id="70" name="Image 12" descr="/home/claude/deck/icon_usercheck_light.png">
            <a:extLst>
              <a:ext uri="{FF2B5EF4-FFF2-40B4-BE49-F238E27FC236}">
                <a16:creationId xmlns:a16="http://schemas.microsoft.com/office/drawing/2014/main" id="{A2A3F81C-7EE8-E47B-EF6E-C1351CABC5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94733" y="5131786"/>
            <a:ext cx="256032" cy="256032"/>
          </a:xfrm>
          <a:prstGeom prst="rect">
            <a:avLst/>
          </a:prstGeom>
        </p:spPr>
      </p:pic>
      <p:sp>
        <p:nvSpPr>
          <p:cNvPr id="169" name="Shape 52">
            <a:extLst>
              <a:ext uri="{FF2B5EF4-FFF2-40B4-BE49-F238E27FC236}">
                <a16:creationId xmlns:a16="http://schemas.microsoft.com/office/drawing/2014/main" id="{6BA4EC66-94DB-12AA-60ED-6C83CEA33C83}"/>
              </a:ext>
            </a:extLst>
          </p:cNvPr>
          <p:cNvSpPr/>
          <p:nvPr/>
        </p:nvSpPr>
        <p:spPr>
          <a:xfrm>
            <a:off x="3889565" y="4307183"/>
            <a:ext cx="0" cy="226789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E770D2F3-B7CD-1055-D122-F765B7A26469}"/>
              </a:ext>
            </a:extLst>
          </p:cNvPr>
          <p:cNvCxnSpPr>
            <a:cxnSpLocks/>
            <a:endCxn id="99" idx="3"/>
          </p:cNvCxnSpPr>
          <p:nvPr/>
        </p:nvCxnSpPr>
        <p:spPr>
          <a:xfrm rot="10800000" flipV="1">
            <a:off x="2855797" y="4534200"/>
            <a:ext cx="2089822" cy="1006202"/>
          </a:xfrm>
          <a:prstGeom prst="bentConnector3">
            <a:avLst>
              <a:gd name="adj1" fmla="val 776"/>
            </a:avLst>
          </a:prstGeom>
          <a:ln w="19050">
            <a:solidFill>
              <a:srgbClr val="9A9A9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 64">
            <a:extLst>
              <a:ext uri="{FF2B5EF4-FFF2-40B4-BE49-F238E27FC236}">
                <a16:creationId xmlns:a16="http://schemas.microsoft.com/office/drawing/2014/main" id="{76427843-DF73-7F99-268A-00B95FFD9D9F}"/>
              </a:ext>
            </a:extLst>
          </p:cNvPr>
          <p:cNvSpPr/>
          <p:nvPr/>
        </p:nvSpPr>
        <p:spPr>
          <a:xfrm>
            <a:off x="1246270" y="6163056"/>
            <a:ext cx="103666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 agent-bound content passes through central PII sanitisation before this boundary; shared agent memory writes calibration notes back after every human override.</a:t>
            </a:r>
            <a:endParaRPr lang="en-US" sz="1050" dirty="0"/>
          </a:p>
        </p:txBody>
      </p:sp>
      <p:sp>
        <p:nvSpPr>
          <p:cNvPr id="176" name="Shape 5">
            <a:extLst>
              <a:ext uri="{FF2B5EF4-FFF2-40B4-BE49-F238E27FC236}">
                <a16:creationId xmlns:a16="http://schemas.microsoft.com/office/drawing/2014/main" id="{8A1BF05F-A91D-2417-198E-009B0B63E259}"/>
              </a:ext>
            </a:extLst>
          </p:cNvPr>
          <p:cNvSpPr/>
          <p:nvPr/>
        </p:nvSpPr>
        <p:spPr>
          <a:xfrm>
            <a:off x="952500" y="1605061"/>
            <a:ext cx="0" cy="585714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26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095C72-4A87-9E0F-F731-4F08E5E33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79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TECHNICAL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Reasoning, orchestration, and inputs across the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234440" y="185623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layer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34440" y="216712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gap analysis, cited to evidence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0100" y="2423160"/>
            <a:ext cx="0" cy="457200"/>
          </a:xfrm>
          <a:prstGeom prst="line">
            <a:avLst/>
          </a:prstGeom>
          <a:noFill/>
          <a:ln w="19050">
            <a:solidFill>
              <a:srgbClr val="E4E4E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502920" cy="502920"/>
          </a:xfrm>
          <a:prstGeom prst="ellipse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898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1234440" y="28803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34440" y="319125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machines with supervisor routing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0100" y="3447288"/>
            <a:ext cx="0" cy="457200"/>
          </a:xfrm>
          <a:prstGeom prst="line">
            <a:avLst/>
          </a:prstGeom>
          <a:noFill/>
          <a:ln w="19050">
            <a:solidFill>
              <a:srgbClr val="E4E4E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922776"/>
            <a:ext cx="502920" cy="502920"/>
          </a:xfrm>
          <a:prstGeom prst="ellipse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922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1234440" y="390448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34440" y="421538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validation → retry with feedback, once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0100" y="4471416"/>
            <a:ext cx="0" cy="457200"/>
          </a:xfrm>
          <a:prstGeom prst="line">
            <a:avLst/>
          </a:prstGeom>
          <a:noFill/>
          <a:ln w="19050">
            <a:solidFill>
              <a:srgbClr val="E4E4E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02920" cy="502920"/>
          </a:xfrm>
          <a:prstGeom prst="ellipse">
            <a:avLst/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946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1234440" y="492861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input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34440" y="523951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resumes, JDs, interview transcripts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016752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B44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HireLens today runs a text-evidence pipeline — resumes, JDs, and interview transcripts. Multi-modal signals (audio, video) are a scoped extension, not part of the current evidence chain, kept out deliberately to avoid unvalidated claims about candidates.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46520" y="1874520"/>
            <a:ext cx="5193792" cy="4251960"/>
          </a:xfrm>
          <a:prstGeom prst="roundRect">
            <a:avLst>
              <a:gd name="adj" fmla="val 1505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66560" y="2075688"/>
            <a:ext cx="4553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8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24688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2468880"/>
            <a:ext cx="3090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Next.js 15, React 19, TypeScript 5, Tailwind 4, shadcn/ui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66560" y="3127248"/>
            <a:ext cx="4553712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66560" y="3227832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3227832"/>
            <a:ext cx="3090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 + pgvector), RLS, Zod validation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66560" y="3886200"/>
            <a:ext cx="4553712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66560" y="3986784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/ orchestration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3986784"/>
            <a:ext cx="3090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LangGraph, OpenAI chat &amp; embeddings, LangSmith tracing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766560" y="4645152"/>
            <a:ext cx="4553712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66560" y="4745736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4745736"/>
            <a:ext cx="3090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Reflexion retries, durable task orchestration, idempotency keys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66560" y="5404104"/>
            <a:ext cx="4553712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766560" y="550468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Parsing &amp; tooling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29600" y="5504688"/>
            <a:ext cx="3090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unpdf, mammoth, pgvector RAG, Vitest / ESLint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VALIDATION &amp; EDGE CASES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testing is built around edge cases, not happy paths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1298448"/>
          </a:xfrm>
          <a:prstGeom prst="roundRect">
            <a:avLst>
              <a:gd name="adj" fmla="val 4225"/>
            </a:avLst>
          </a:prstGeom>
          <a:solidFill>
            <a:srgbClr val="1B1B1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002536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Proxy-interview / seniority mismatch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 Agent cross-checks interview depth against resume-stated seniority. An answer with expert-level architecture reasoning against a self-described fresher resume is flagged YELLOW/RED with the specific contradiction cited — never auto-rejected.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104120" y="203911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F8B5F"/>
          </a:solidFill>
          <a:ln w="12700">
            <a:solidFill>
              <a:srgbClr val="0F8B5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0104120" y="203911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only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355848"/>
            <a:ext cx="11091672" cy="1298448"/>
          </a:xfrm>
          <a:prstGeom prst="roundRect">
            <a:avLst>
              <a:gd name="adj" fmla="val 4225"/>
            </a:avLst>
          </a:prstGeom>
          <a:solidFill>
            <a:srgbClr val="1B1B1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483864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Unverifiable evaluation claims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858768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transcript judgment must cite a direct quote. If a quote can’t be located in the transcript, output validation fails and the Reflexion loop retries the agent with explicit feedback on what was missing.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104120" y="35204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F8B5F"/>
          </a:solidFill>
          <a:ln w="12700">
            <a:solidFill>
              <a:srgbClr val="0F8B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10104120" y="35204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retry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837176"/>
            <a:ext cx="11091672" cy="1298448"/>
          </a:xfrm>
          <a:prstGeom prst="roundRect">
            <a:avLst>
              <a:gd name="adj" fmla="val 4225"/>
            </a:avLst>
          </a:prstGeom>
          <a:solidFill>
            <a:srgbClr val="1B1B1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96519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 override → systemic drift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5340096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human reviewer overrides an agent recommendation, a calibration note is written to shared agent memory. Repeated overrides of the same kind are written as bias warnings, read by agents before their next run.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104120" y="500176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F8B5F"/>
          </a:solidFill>
          <a:ln w="12700">
            <a:solidFill>
              <a:srgbClr val="0F8B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10104120" y="500176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closes every loop: agent output is a decision packet with evidence and confidence, never a decision. The reviewer’s verdict is what gets written back into memory.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ROI &amp; BUSINESS 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case: faster hires, lower cost-per-hire, a reusable asset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6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Time-to-hire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manual resume-JD comparison and re-screen loops directly removes the 20–30 day rework tail identified in the problem statement.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34256" y="187452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62856" y="20574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6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Cost per hire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62856" y="26060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agency escalations and fewer panel re-interviews as mismatches are caught before the interview stage, not after.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19872" y="187452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AFAFA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48472" y="20574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6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Consistency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48472" y="26060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is scored against the same structured requirement profile and the same historical evidence base, closing the recruiter-to-recruiter variance gap.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11091672" cy="1874520"/>
          </a:xfrm>
          <a:prstGeom prst="roundRect">
            <a:avLst>
              <a:gd name="adj" fmla="val 3415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23367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8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ROI MODEL — SUBSTITUTE ACTUAL HIRING VOLUMES &amp; RATES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5994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time saved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4599432"/>
            <a:ext cx="8092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hrs/req manual screening × requisition volume × fully-loaded hourly 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0200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Cycle-time 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5020056"/>
            <a:ext cx="8092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removed from time-to-hire × cost of an open seat (lost productivity / backfill premium)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4406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Mis-hire avoidance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5440680"/>
            <a:ext cx="8092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post-interview rejections × average cost of a failed interview/offer cycle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6–12 month payback, the durable value is structural: an institutional evidence base (pgvector) and a calibration store that compound with every hire — a reusable, scalable enterprise intelligence layer that outlasts any single recruiter.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1293</Words>
  <Application>Microsoft Office PowerPoint</Application>
  <PresentationFormat>Widescreen</PresentationFormat>
  <Paragraphs>175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Rajat Srivastava</cp:lastModifiedBy>
  <cp:revision>1</cp:revision>
  <dcterms:created xsi:type="dcterms:W3CDTF">2026-09-17T11:21:01Z</dcterms:created>
  <dcterms:modified xsi:type="dcterms:W3CDTF">2026-09-17T15:07:40Z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caace6-0147-4eb4-9424-999efb4dea48_Enabled">
    <vt:lpwstr>true</vt:lpwstr>
  </property>
  <property fmtid="{D5CDD505-2E9C-101B-9397-08002B2CF9AE}" pid="3" name="MSIP_Label_c9caace6-0147-4eb4-9424-999efb4dea48_SetDate">
    <vt:lpwstr>2026-09-17T11:24:08Z</vt:lpwstr>
  </property>
  <property fmtid="{D5CDD505-2E9C-101B-9397-08002B2CF9AE}" pid="4" name="MSIP_Label_c9caace6-0147-4eb4-9424-999efb4dea48_Method">
    <vt:lpwstr>Standard</vt:lpwstr>
  </property>
  <property fmtid="{D5CDD505-2E9C-101B-9397-08002B2CF9AE}" pid="5" name="MSIP_Label_c9caace6-0147-4eb4-9424-999efb4dea48_Name">
    <vt:lpwstr>defa4170-0d19-0005-0004-bc88714345d2</vt:lpwstr>
  </property>
  <property fmtid="{D5CDD505-2E9C-101B-9397-08002B2CF9AE}" pid="6" name="MSIP_Label_c9caace6-0147-4eb4-9424-999efb4dea48_SiteId">
    <vt:lpwstr>c1edc258-9f36-468d-a860-685701f0c76b</vt:lpwstr>
  </property>
  <property fmtid="{D5CDD505-2E9C-101B-9397-08002B2CF9AE}" pid="7" name="MSIP_Label_c9caace6-0147-4eb4-9424-999efb4dea48_ActionId">
    <vt:lpwstr>9343750c-fb45-44ae-a1d6-fafe17ea88ff</vt:lpwstr>
  </property>
  <property fmtid="{D5CDD505-2E9C-101B-9397-08002B2CF9AE}" pid="8" name="MSIP_Label_c9caace6-0147-4eb4-9424-999efb4dea48_ContentBits">
    <vt:lpwstr>0</vt:lpwstr>
  </property>
  <property fmtid="{D5CDD505-2E9C-101B-9397-08002B2CF9AE}" pid="9" name="MSIP_Label_c9caace6-0147-4eb4-9424-999efb4dea48_Tag">
    <vt:lpwstr>10, 3, 0, 1</vt:lpwstr>
  </property>
</Properties>
</file>